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94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TERTIARY INFOTECH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AI Vibe Coding for Full Stack Web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00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Course Code: C1800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886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6372"/>
                </a:solidFill>
                <a:latin typeface="Arial"/>
              </a:rPr>
              <a:t>Build · Verify · Ship with AI coding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97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2 days · 15 hours · Intermediate · Version 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COURSE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Engineer goals, prompts and durable context for long agent sessions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Build a typed React, Express and SQLite application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Automate tests, builds and delivery gates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Package non-WSQ skills, agents, commands and hooks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Implement an MCP-style tool and orchestrate a verified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COURSE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The capstone: TaskFlow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One application grows through all eight labs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Frontend: accessible responsive React + TypeScript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Backend: Express API with validation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Data: SQLite migrations and deterministic seed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Delivery: GitHub Actions and production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The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Goal — one observable outcome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Context — only relevant files and current behaviour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Constraints — standards, boundaries and non-goals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Deliverables — explicit files and changes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Verification — commands and acceptance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VIBE CODING PRINCIPLES FOR FULL STACK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Lab 1: Create an agent-ready project scaffold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Lab 2: Engineer context and prompts for a vertical slice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Vibe coding is intent-led, but evidence-controlled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Agents differ from autocomplete: they plan, inspect and use tools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Repository context outlives chat context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Prefer vertical slices and small reviewed diffs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1: Create an agent-ready project scaffold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Turn a product brief into a bounded, inspectable full-stack repository.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Deliverable: a verified TaskFlow increment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1 · Steps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1. Create a TaskFlow repository with frontend, backend, shared, tests and docs folders.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2. Write PROJECT.md with users, problem, scope, non-goals and acceptance criteria.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3. Write AGENTS.md with commands, coding conventions, safety constraints and definition of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1 · Steps 4–6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4. Ask an AI coding agent to propose a file plan before writing code; approve only in-scope files.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5. Create a vertical-slice backlog: health endpoint, task list, create task and status update.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6. Run a repository inventory and record the baseline in docs/checkpoints.md.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The agent can explain the architecture and no generated file sits outside the agreed plan.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If it fails: stop, narrow the task, inspect evidence, then retry.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2: Engineer context and prompts for a vertical slice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Use goal, context, constraints and verification to generate a stable first slice.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Deliverable: a verified TaskFlow increment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2 · Steps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1. Create prompts/vertical-slice.md with Goal, Context, Constraints, Deliverables and Verification headings.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2. Specify a React client, Node/Express API and SQLite persistence; require TypeScript throughout.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3. Add explicit non-goals: authentication, billing and real-time updates.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2 · Steps 4–6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4. Ask the agent to identify assumptions and risks before implementation.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5. Generate the health endpoint and a frontend connectivity indicator.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6. Run lint, typecheck and tests; paste results into docs/checkpoints.md.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2 · Steps 7–7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7. Start a fresh agent session using only repository context and verify it can continue accurately.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GET /api/health returns 200 and the UI shows API Connected without hidden manual fixes.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If it fails: stop, narrow the task, inspect evidence, then retry.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FRONTEND &amp; BACKEND IMPLEMENTATION WITH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Lab 3: Generate and refine the frontend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Lab 4: Build the API, database and integration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Shared contracts prevent frontend/backend drift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Generate states, not only happy-path screens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Separate route, service and repository layers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Tests specify behaviour and constrain regeneration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3: Generate and refine the 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Build an accessible responsive task dashboard through small agent-reviewed increments.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Deliverable: a verified TaskFlow increment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3 · Steps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1. Prompt for a component map before code: AppShell, TaskForm, TaskList, TaskCard and StatusFilter.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2. Generate semantic HTML and keyboard-accessible controls; reject div-only interaction patterns.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3. Create typed Task and TaskStatus contracts in shared/types.ts.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3 · Steps 4–6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4. Implement loading, empty, populated and error states using fixture data.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5. Add responsive CSS for 375 px and 1280 px widths.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6. Ask a review agent to inspect accessibility, state coverage and component boundaries.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3 · Steps 7–7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7. Run frontend tests and manually check tab order and visible focus.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Users can add and filter fixture tasks at mobile and desktop widths using keyboard controls.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If it fails: stop, narrow the task, inspect evidence, then retry.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4: Build the API, database and integration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Implement validated routes and persistence behind the typed interface.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Deliverable: a verified TaskFlow increment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4 · Steps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1. Design the tasks table: id, title, description, status, created_at and updated_at.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2. Generate a migration and deterministic seed script; inspect SQL before execution.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3. Implement GET /api/tasks, POST /api/tasks and PATCH /api/tasks/:id/status.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4 · Steps 4–6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4. Add schema validation and consistent {error:{code,message,details}} responses.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5. Keep route, service and repository responsibilities separate.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6. Connect the frontend through a typed apiClient module and remove fixtures.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4 · Steps 7–8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7. Generate integration tests for success, invalid input and missing record cases.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8. Run the complete test suite twice: clean database and seeded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The browser creates and updates persisted tasks; all integration tests pass independently.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If it fails: stop, narrow the task, inspect evidence, then retry.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DEPLOYMENT TO THE CLOUD &amp; CI/CD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Lab 5: Prepare a production build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Lab 6: Create CI/CD and release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Configuration is code; secrets are not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A clean build is stronger evidence than “works on my machine”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CI gates should be deterministic and least-privileged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Deployment needs health checks, logs and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5: Prepare a production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Make configuration, logs, health checks and builds deployment-ready.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Deliverable: a verified TaskFlow increment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5 · Steps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1. Create .env.example with names and safe placeholders only; keep .env ignored.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2. Validate required environment variables at application startup.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3. Generate production build commands for client and server and document their outputs.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5 · Steps 4–6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4. Serve the built client and confirm API routing works in production mode.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5. Add structured request logs without tokens, passwords or personal data.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6. Add readiness and liveness checks and a graceful shutdown handler.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5 · Steps 7–7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7. Run a clean install and production smoke test from a new temporary directory.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A clean checkout builds and starts with documented commands and passes the smoke test.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If it fails: stop, narrow the task, inspect evidence, then retry.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6: Create CI/CD and release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Automate install, lint, typecheck, test and build on GitHub Actions.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Deliverable: a verified TaskFlow increment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6 · Steps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1. Prompt the agent for a pipeline threat and failure analysis before YAML generation.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2. Create .github/workflows/ci.yml using least-privilege permissions and pinned major action versions.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3. Add dependency caching keyed by the lockfile.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6 · Steps 4–6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4. Create separate lint, typecheck, test and build steps with readable failure output.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5. Upload test reports or build artifacts only when useful; set retention limits.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6. Protect deployment behind successful CI and environment-specific secrets.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6 · Steps 7–8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7. Validate YAML locally, push a feature branch and inspect the Actions run.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8. Introduce a controlled failing test, observe the gate, then revert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The workflow blocks a deliberate defect and passes after the defect is corrected.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If it fails: stop, narrow the task, inspect evidence, then retry.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AGENT SKILLS, SUBAGENTS &amp; MCP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Lab 7: Create reusable skills and bounded subagents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Lab 8: Implement an MCP-style tool and orchestrate the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Skills encode repeatable workflow knowledge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Subagents need bounded tasks and central reconciliation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MCP exposes typed tools and context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Project-scoped namespacing prevents cross-programme interference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7: Create reusable skills and bounded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Package repeatable routing, security and test workflows without overlapping WSQ tooling.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Deliverable: a verified TaskFlow increment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7 · Steps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1. Create non-wsq-route-generator with a clear trigger description and minimal instructions.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2. Create non-wsq-security-review that reports file, line, severity and remediation.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3. Define non-wsq-frontend-reviewer and non-wsq-api-tester agent roles with read/write boundaries.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7 · Steps 4–6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4. Create non-wsq-courseware-qa command and pre/post hooks that reject prohibited programme terms.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5. Run the skill validator and correct metadata or naming errors.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6. Delegate frontend review and API test generation as independent bounded tasks.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7 · Steps 7–7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7. Review diffs, reconcile conflicts centrally and record decisions.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Every custom artifact begins non-wsq-, passes validation and does not alter WSQ files.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If it fails: stop, narrow the task, inspect evidence, then retry.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8: Implement an MCP-style tool and orchestrate the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Expose a safe project-status tool and coordinate verified parallel work.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Deliverable: a verified TaskFlow increment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8 · Steps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1. Define a project_status tool contract with input schema, output schema and explicit errors.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2. Implement a local stdio server that reads test summaries and git status without executing arbitrary input.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3. Register the server in a project-scoped configuration using environment-variable placeholders.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8 · Steps 4–6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4. Call the tool with valid input, missing input and malformed input; record structured results.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5. Ask separate agents to review UI, API, CI and security using bounded prompts.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6. Merge only evidence-backed changes and run the full verification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GUIDED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Lab 8 · Steps 7–8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7. Generate a release note containing features, test evidence, limitations and rollback steps.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8. Demonstrate the deployed TaskFlow flow: create, filter and update a task.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The orchestrated release passes all gates and the tool cannot access paths outside the project.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If it fails: stop, narrow the task, inspect evidence, then retry.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COURSE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Capstone release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All lint, typecheck, unit and integration checks pass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Production build starts from a clean checkout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CI blocks a deliberate defect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No secrets or prohibited programme content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Release note states limitations and rollback steps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TaskFlow create, filter and update flow succeeds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COURSE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Keep the human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Direct with explicit intent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Inspect plans and diffs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Verify with repeatable evidence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Preserve useful context</a:t>
            </a:r>
          </a:p>
          <a:p>
            <a:pPr>
              <a:spcAft>
                <a:spcPts val="1000"/>
              </a:spcAft>
              <a:defRPr sz="1800">
                <a:solidFill>
                  <a:srgbClr val="5B6372"/>
                </a:solidFill>
                <a:latin typeface="Arial"/>
              </a:defRPr>
            </a:pPr>
            <a:r>
              <a:t>• Ship small, reversible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