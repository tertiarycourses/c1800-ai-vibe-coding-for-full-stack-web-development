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  <p:sldId id="468" r:id="rId219"/>
    <p:sldId id="469" r:id="rId220"/>
    <p:sldId id="470" r:id="rId221"/>
    <p:sldId id="471" r:id="rId222"/>
    <p:sldId id="472" r:id="rId223"/>
    <p:sldId id="473" r:id="rId224"/>
    <p:sldId id="474" r:id="rId225"/>
    <p:sldId id="475" r:id="rId226"/>
    <p:sldId id="476" r:id="rId227"/>
    <p:sldId id="477" r:id="rId228"/>
    <p:sldId id="478" r:id="rId229"/>
    <p:sldId id="479" r:id="rId230"/>
    <p:sldId id="480" r:id="rId231"/>
    <p:sldId id="481" r:id="rId232"/>
    <p:sldId id="482" r:id="rId233"/>
    <p:sldId id="483" r:id="rId234"/>
    <p:sldId id="484" r:id="rId235"/>
    <p:sldId id="485" r:id="rId236"/>
    <p:sldId id="486" r:id="rId237"/>
    <p:sldId id="487" r:id="rId238"/>
    <p:sldId id="488" r:id="rId2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Relationship Id="rId219" Type="http://schemas.openxmlformats.org/officeDocument/2006/relationships/slide" Target="slides/slide213.xml"/><Relationship Id="rId220" Type="http://schemas.openxmlformats.org/officeDocument/2006/relationships/slide" Target="slides/slide214.xml"/><Relationship Id="rId221" Type="http://schemas.openxmlformats.org/officeDocument/2006/relationships/slide" Target="slides/slide215.xml"/><Relationship Id="rId222" Type="http://schemas.openxmlformats.org/officeDocument/2006/relationships/slide" Target="slides/slide216.xml"/><Relationship Id="rId223" Type="http://schemas.openxmlformats.org/officeDocument/2006/relationships/slide" Target="slides/slide217.xml"/><Relationship Id="rId224" Type="http://schemas.openxmlformats.org/officeDocument/2006/relationships/slide" Target="slides/slide218.xml"/><Relationship Id="rId225" Type="http://schemas.openxmlformats.org/officeDocument/2006/relationships/slide" Target="slides/slide219.xml"/><Relationship Id="rId226" Type="http://schemas.openxmlformats.org/officeDocument/2006/relationships/slide" Target="slides/slide220.xml"/><Relationship Id="rId227" Type="http://schemas.openxmlformats.org/officeDocument/2006/relationships/slide" Target="slides/slide221.xml"/><Relationship Id="rId228" Type="http://schemas.openxmlformats.org/officeDocument/2006/relationships/slide" Target="slides/slide222.xml"/><Relationship Id="rId229" Type="http://schemas.openxmlformats.org/officeDocument/2006/relationships/slide" Target="slides/slide223.xml"/><Relationship Id="rId230" Type="http://schemas.openxmlformats.org/officeDocument/2006/relationships/slide" Target="slides/slide224.xml"/><Relationship Id="rId231" Type="http://schemas.openxmlformats.org/officeDocument/2006/relationships/slide" Target="slides/slide225.xml"/><Relationship Id="rId232" Type="http://schemas.openxmlformats.org/officeDocument/2006/relationships/slide" Target="slides/slide226.xml"/><Relationship Id="rId233" Type="http://schemas.openxmlformats.org/officeDocument/2006/relationships/slide" Target="slides/slide227.xml"/><Relationship Id="rId234" Type="http://schemas.openxmlformats.org/officeDocument/2006/relationships/slide" Target="slides/slide228.xml"/><Relationship Id="rId235" Type="http://schemas.openxmlformats.org/officeDocument/2006/relationships/slide" Target="slides/slide229.xml"/><Relationship Id="rId236" Type="http://schemas.openxmlformats.org/officeDocument/2006/relationships/slide" Target="slides/slide230.xml"/><Relationship Id="rId237" Type="http://schemas.openxmlformats.org/officeDocument/2006/relationships/slide" Target="slides/slide231.xml"/><Relationship Id="rId238" Type="http://schemas.openxmlformats.org/officeDocument/2006/relationships/slide" Target="slides/slide232.xml"/><Relationship Id="rId239" Type="http://schemas.openxmlformats.org/officeDocument/2006/relationships/slide" Target="slides/slide2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rtiary-infotec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84048"/>
            <a:ext cx="658368" cy="65836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444752" y="56692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TERTIARY INFOTECH ACADEMY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17320"/>
            <a:ext cx="105156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61B26"/>
                </a:solidFill>
                <a:latin typeface="Arial"/>
              </a:rPr>
              <a:t>AI Vibe Coding for Full Stack Web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1546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0B981"/>
                </a:solidFill>
                <a:latin typeface="Arial"/>
              </a:rPr>
              <a:t>Course Code: C1800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886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0">
                <a:solidFill>
                  <a:srgbClr val="5B6372"/>
                </a:solidFill>
                <a:latin typeface="Arial"/>
              </a:rPr>
              <a:t>Agentic AI Loop Engineering · Build · Verify · 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9436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2 days · 15 hours · Intermediate · Version 2.0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LEARNING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How adults learn in this course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See a complete demonstration with trainer think-aloud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Practise the same decision with scaffolding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Solve a changed boundary independently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Explain evidence to a peer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Commit a transferable checklist or checkpoint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CORE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The Agentic AI Engineering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Frame — define observable success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Plan — expose assumptions and file scope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Generate — authorise a small increment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Inspect + Verify — apply judgement and evidence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Correct + Commit — diagnose, fix and preserve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COURSE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Course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Engineer durable goals, context and prompts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Build an accessible typed full-stack vertical slice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Generate tests, production builds and CI/CD gates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Create non-WSQ skills, hooks and bounded subagents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Implement MCP tools and orchestrate a release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COURSE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TaskFlow capstone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React + TypeScript user interface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Express API with schema validation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SQLite migrations and parameterised persistence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Shared contracts and automated tests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Docker, GitHub Actions and cloud release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VIBE CODING PRINCIPLES FOR FULL STACK DEVELOPMENT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Topic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1828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0" b="1">
                <a:solidFill>
                  <a:srgbClr val="DCE9FF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31720" y="1874519"/>
            <a:ext cx="8869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61B26"/>
                </a:solidFill>
                <a:latin typeface="Arial"/>
              </a:rPr>
              <a:t>Vibe Coding Principles for Full Stack Development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3749039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5B6372"/>
                </a:solidFill>
                <a:latin typeface="Arial"/>
              </a:rPr>
              <a:t>6 connected labs · concept → demonstration → practice → transfer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TOPIC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Why this topic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Vibe coding as an engineering workflow: connect knowledge to an engineering decision.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Agentic tools versus autocomplete: connect knowledge to an engineering decision.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Goal and context engineering: connect knowledge to an engineering decision.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Full-stack architecture and vertical slices: connect knowledge to an engineering decision.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Long-session memory and checkpoints: connect knowledge to an engineering decision.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TOPIC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Concept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Vibe coding as an engineering workflow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Agentic tools versus autocomplete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Goal and context engineering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Full-stack architecture and vertical slices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Long-session memory and checkpoints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TOPIC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Common failure 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A polished solution to the wrong problem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Chat-only context that disappears next session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Broad generated diffs that cannot be reviewed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Happy-path tests that miss real boundaries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Automation without ownership or rollback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TOPIC 01 · LAB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Lab 1.1 — Establish the Agentic Engineering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Create a visible seven-stage loop and use it to correct a deliberately vague request.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Primary target: docs/agentic-loop.md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Write the loop, improve a weak prompt, capture assumptions, and define evidence before code.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Evidence: prompt + reviewed diff + command output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Independent challenge: change one boundary condition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1.1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Reference prompt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GOAL — Create a visible seven-stage loop and use it to correct a deliberately vague request.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CONTEXT — relevant files and last verified checkpoint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CONSTRAINTS — scope, types, accessibility, security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DELIVERABLES — Write the loop, improve a weak prompt, capture assumptions, and define evidence before code.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VERIFICATION — exact commands and expected behaviour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1.1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1–4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1. Frame — Read the scenario and restate the outcome in one sentence: “Create a visible seven-stage loop and use it to correct a deliberately vague request.” Identify the learner-visible success condition and write it under Goal in `prompts/lab-1.1.md`.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2. Inspect the starting state — Run `git status --short`, inventory the relevant files, and open the current checkpoint. Confirm that the intended change is limited to `docs/agentic-loop.md`. If unrelated changes exist, record them and do not overwrite them.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3. Plan — Ask the coding agent for a numbered implementation plan. Require named files, data flow, risks, and verification commands. Do not permit edits yet. Compare the proposal with the architecture and remove unnecessary changes.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4. Create the prompt contract — Write Goal, Context, Constraints, Deliverables and Verification sections. Include the requirement: Write the loop, improve a weak prompt, capture assumptions, and define evidence before code. Add explicit non-goals so the agent cannot silently expand scope.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1.1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5–7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5. Generate a small increment — Authorise only the first coherent change in `docs/agentic-loop.md`. Ask the agent to explain each file before editing it. Keep the diff small enough to review in under five minutes.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6. Inspect the diff — Run `git diff -- docs/agentic-loop.md` where applicable. Check correctness, naming, accessibility/security, error handling, duplicated logic and unexpected dependencies. Reject code you cannot explain.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7. Verify — Run the lab-specific command plus `npm run lint`, `npm run typecheck` and the narrowest relevant test. Capture the command, exit status and meaningful output in `docs/checkpoints.md`.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1.1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8–10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8. Correct — If verification fails, give the agent the exact error, observed behaviour and relevant file—not a guess. Ask for two hypotheses, choose one test, and apply the smallest evidence-backed correction.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9. Challenge — Change one boundary condition (empty input, network failure, unknown ID, narrow viewport or missing configuration). Predict the behaviour before running it, then add or update a regression test.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10. Commit the checkpoint — Confirm `git diff --check` and a clean secret scan. Commit the verified increment with a precise message such as `feat(lab-1.1): establish-the-agentic-engineering-loop`. Record one assumption corrected during the lab.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1.1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Expected result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Write the loop, improve a weak prompt, capture assumptions, and define evidence before code.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Save the final prompt and reviewed diff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Capture verification command and exit status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Record the boundary challenge result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Write one corrected assumption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1.1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Troubleshoot, challenge and reflect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Reproduce and minimise before prompting again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Name two hypotheses; run one discriminating test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Predict a changed boundary, then compare the result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Identify the highest-risk corrected assumption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Commit only after the full verification gate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TOPIC 01 · LAB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Lab 1.2 — Set Up and Verify the Development Workbench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Install and verify Node.js, Git, an editor, browser tools and one coding agent.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Primary target: docs/environment-check.md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Record versions, run a diagnostic project, and resolve one predictable setup failure.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Evidence: prompt + reviewed diff + command output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Independent challenge: change one boundary condition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1.2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Reference prompt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GOAL — Install and verify Node.js, Git, an editor, browser tools and one coding agent.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CONTEXT — relevant files and last verified checkpoint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CONSTRAINTS — scope, types, accessibility, security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DELIVERABLES — Record versions, run a diagnostic project, and resolve one predictable setup failure.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VERIFICATION — exact commands and expected behaviour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1.2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1–4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1. Frame — Read the scenario and restate the outcome in one sentence: “Install and verify Node.js, Git, an editor, browser tools and one coding agent.” Identify the learner-visible success condition and write it under Goal in `prompts/lab-1.2.md`.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2. Inspect the starting state — Run `git status --short`, inventory the relevant files, and open the current checkpoint. Confirm that the intended change is limited to `docs/environment-check.md`. If unrelated changes exist, record them and do not overwrite them.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3. Plan — Ask the coding agent for a numbered implementation plan. Require named files, data flow, risks, and verification commands. Do not permit edits yet. Compare the proposal with the architecture and remove unnecessary changes.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4. Create the prompt contract — Write Goal, Context, Constraints, Deliverables and Verification sections. Include the requirement: Record versions, run a diagnostic project, and resolve one predictable setup failure. Add explicit non-goals so the agent cannot silently expand scope.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1.2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5–7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5. Generate a small increment — Authorise only the first coherent change in `docs/environment-check.md`. Ask the agent to explain each file before editing it. Keep the diff small enough to review in under five minutes.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6. Inspect the diff — Run `git diff -- docs/environment-check.md` where applicable. Check correctness, naming, accessibility/security, error handling, duplicated logic and unexpected dependencies. Reject code you cannot explain.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7. Verify — Run the lab-specific command plus `npm run lint`, `npm run typecheck` and the narrowest relevant test. Capture the command, exit status and meaningful output in `docs/checkpoints.md`.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1.2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8–10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8. Correct — If verification fails, give the agent the exact error, observed behaviour and relevant file—not a guess. Ask for two hypotheses, choose one test, and apply the smallest evidence-backed correction.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9. Challenge — Change one boundary condition (empty input, network failure, unknown ID, narrow viewport or missing configuration). Predict the behaviour before running it, then add or update a regression test.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10. Commit the checkpoint — Confirm `git diff --check` and a clean secret scan. Commit the verified increment with a precise message such as `feat(lab-1.2): set-up-and-verify-the-development-workbench`. Record one assumption corrected during the lab.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1.2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Expected result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Record versions, run a diagnostic project, and resolve one predictable setup failure.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Save the final prompt and reviewed diff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Capture verification command and exit status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Record the boundary challenge result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Write one corrected assumption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1.2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Troubleshoot, challenge and reflect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Reproduce and minimise before prompting again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Name two hypotheses; run one discriminating test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Predict a changed boundary, then compare the result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Identify the highest-risk corrected assumption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Commit only after the full verification gate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TOPIC 01 · LAB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Lab 1.3 — Compare Codex, Claude Code and Antigravity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Run the same bounded repository-analysis task in available tools and compare evidence.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Primary target: docs/tool-comparison.md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Compare plan quality, file awareness, tool use, diff clarity and verification discipline.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Evidence: prompt + reviewed diff + command output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Independent challenge: change one boundary condition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1.3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Reference prompt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GOAL — Run the same bounded repository-analysis task in available tools and compare evidence.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CONTEXT — relevant files and last verified checkpoint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CONSTRAINTS — scope, types, accessibility, security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DELIVERABLES — Compare plan quality, file awareness, tool use, diff clarity and verification discipline.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VERIFICATION — exact commands and expected behaviour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1.3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1–4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1. Frame — Read the scenario and restate the outcome in one sentence: “Run the same bounded repository-analysis task in available tools and compare evidence.” Identify the learner-visible success condition and write it under Goal in `prompts/lab-1.3.md`.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2. Inspect the starting state — Run `git status --short`, inventory the relevant files, and open the current checkpoint. Confirm that the intended change is limited to `docs/tool-comparison.md`. If unrelated changes exist, record them and do not overwrite them.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3. Plan — Ask the coding agent for a numbered implementation plan. Require named files, data flow, risks, and verification commands. Do not permit edits yet. Compare the proposal with the architecture and remove unnecessary changes.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4. Create the prompt contract — Write Goal, Context, Constraints, Deliverables and Verification sections. Include the requirement: Compare plan quality, file awareness, tool use, diff clarity and verification discipline. Add explicit non-goals so the agent cannot silently expand scope.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1.3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5–7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5. Generate a small increment — Authorise only the first coherent change in `docs/tool-comparison.md`. Ask the agent to explain each file before editing it. Keep the diff small enough to review in under five minutes.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6. Inspect the diff — Run `git diff -- docs/tool-comparison.md` where applicable. Check correctness, naming, accessibility/security, error handling, duplicated logic and unexpected dependencies. Reject code you cannot explain.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7. Verify — Run the lab-specific command plus `npm run lint`, `npm run typecheck` and the narrowest relevant test. Capture the command, exit status and meaningful output in `docs/checkpoints.md`.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1.3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8–10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8. Correct — If verification fails, give the agent the exact error, observed behaviour and relevant file—not a guess. Ask for two hypotheses, choose one test, and apply the smallest evidence-backed correction.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9. Challenge — Change one boundary condition (empty input, network failure, unknown ID, narrow viewport or missing configuration). Predict the behaviour before running it, then add or update a regression test.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10. Commit the checkpoint — Confirm `git diff --check` and a clean secret scan. Commit the verified increment with a precise message such as `feat(lab-1.3): compare-codex-claude-code-and-antigravity`. Record one assumption corrected during the lab.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1.3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Expected result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Compare plan quality, file awareness, tool use, diff clarity and verification discipline.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Save the final prompt and reviewed diff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Capture verification command and exit status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Record the boundary challenge result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Write one corrected assumption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1.3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Troubleshoot, challenge and reflect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Reproduce and minimise before prompting again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Name two hypotheses; run one discriminating test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Predict a changed boundary, then compare the result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Identify the highest-risk corrected assumption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Commit only after the full verification gate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TOPIC 01 · LAB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Lab 1.4 — Turn a Business Need into a Product 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Convert a TaskFlow scenario into users, jobs, scope, non-goals and acceptance criteria.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Primary target: PROJECT.md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Create a decision-ready brief that a fresh agent can interpret without chat history.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Evidence: prompt + reviewed diff + command output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Independent challenge: change one boundary condition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1.4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Reference prompt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GOAL — Convert a TaskFlow scenario into users, jobs, scope, non-goals and acceptance criteria.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CONTEXT — relevant files and last verified checkpoint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CONSTRAINTS — scope, types, accessibility, security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DELIVERABLES — Create a decision-ready brief that a fresh agent can interpret without chat history.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VERIFICATION — exact commands and expected behaviour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1.4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1–4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1. Frame — Read the scenario and restate the outcome in one sentence: “Convert a TaskFlow scenario into users, jobs, scope, non-goals and acceptance criteria.” Identify the learner-visible success condition and write it under Goal in `prompts/lab-1.4.md`.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2. Inspect the starting state — Run `git status --short`, inventory the relevant files, and open the current checkpoint. Confirm that the intended change is limited to `PROJECT.md`. If unrelated changes exist, record them and do not overwrite them.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3. Plan — Ask the coding agent for a numbered implementation plan. Require named files, data flow, risks, and verification commands. Do not permit edits yet. Compare the proposal with the architecture and remove unnecessary changes.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4. Create the prompt contract — Write Goal, Context, Constraints, Deliverables and Verification sections. Include the requirement: Create a decision-ready brief that a fresh agent can interpret without chat history. Add explicit non-goals so the agent cannot silently expand scope.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1.4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5–7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5. Generate a small increment — Authorise only the first coherent change in `PROJECT.md`. Ask the agent to explain each file before editing it. Keep the diff small enough to review in under five minutes.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6. Inspect the diff — Run `git diff -- PROJECT.md` where applicable. Check correctness, naming, accessibility/security, error handling, duplicated logic and unexpected dependencies. Reject code you cannot explain.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7. Verify — Run the lab-specific command plus `npm run lint`, `npm run typecheck` and the narrowest relevant test. Capture the command, exit status and meaningful output in `docs/checkpoints.md`.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1.4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8–10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35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8. Correct — If verification fails, give the agent the exact error, observed behaviour and relevant file—not a guess. Ask for two hypotheses, choose one test, and apply the smallest evidence-backed correction.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9. Challenge — Change one boundary condition (empty input, network failure, unknown ID, narrow viewport or missing configuration). Predict the behaviour before running it, then add or update a regression test.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10. Commit the checkpoint — Confirm `git diff --check` and a clean secret scan. Commit the verified increment with a precise message such as `feat(lab-1.4): turn-a-business-need-into-a-product-brief`. Record one assumption corrected during the lab.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1.4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Expected result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Create a decision-ready brief that a fresh agent can interpret without chat history.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Save the final prompt and reviewed diff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Capture verification command and exit status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Record the boundary challenge result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Write one corrected assumption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1.4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Troubleshoot, challenge and reflect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37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Reproduce and minimise before prompting again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Name two hypotheses; run one discriminating test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Predict a changed boundary, then compare the result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Identify the highest-risk corrected assumption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Commit only after the full verification gate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TOPIC 01 · LAB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Lab 1.5 — Create Durable Repository Instructions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38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Write AGENTS.md and project rules that guide agents without over-constraining implementation.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Primary target: AGENTS.md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Specify commands, architecture, conventions, safety rules and definition of done.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Evidence: prompt + reviewed diff + command output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Independent challenge: change one boundary condition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1.5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Reference prompt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GOAL — Write AGENTS.md and project rules that guide agents without over-constraining implementation.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CONTEXT — relevant files and last verified checkpoint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CONSTRAINTS — scope, types, accessibility, security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DELIVERABLES — Specify commands, architecture, conventions, safety rules and definition of done.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VERIFICATION — exact commands and expected behaviour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1.5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1–4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1. Frame — Read the scenario and restate the outcome in one sentence: “Write AGENTS.md and project rules that guide agents without over-constraining implementation.” Identify the learner-visible success condition and write it under Goal in `prompts/lab-1.5.md`.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2. Inspect the starting state — Run `git status --short`, inventory the relevant files, and open the current checkpoint. Confirm that the intended change is limited to `AGENTS.md`. If unrelated changes exist, record them and do not overwrite them.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3. Plan — Ask the coding agent for a numbered implementation plan. Require named files, data flow, risks, and verification commands. Do not permit edits yet. Compare the proposal with the architecture and remove unnecessary changes.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4. Create the prompt contract — Write Goal, Context, Constraints, Deliverables and Verification sections. Include the requirement: Specify commands, architecture, conventions, safety rules and definition of done. Add explicit non-goals so the agent cannot silently expand scope.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1.5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5–7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41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5. Generate a small increment — Authorise only the first coherent change in `AGENTS.md`. Ask the agent to explain each file before editing it. Keep the diff small enough to review in under five minutes.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6. Inspect the diff — Run `git diff -- AGENTS.md` where applicable. Check correctness, naming, accessibility/security, error handling, duplicated logic and unexpected dependencies. Reject code you cannot explain.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7. Verify — Run the lab-specific command plus `npm run lint`, `npm run typecheck` and the narrowest relevant test. Capture the command, exit status and meaningful output in `docs/checkpoints.md`.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1.5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8–10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8. Correct — If verification fails, give the agent the exact error, observed behaviour and relevant file—not a guess. Ask for two hypotheses, choose one test, and apply the smallest evidence-backed correction.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9. Challenge — Change one boundary condition (empty input, network failure, unknown ID, narrow viewport or missing configuration). Predict the behaviour before running it, then add or update a regression test.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10. Commit the checkpoint — Confirm `git diff --check` and a clean secret scan. Commit the verified increment with a precise message such as `feat(lab-1.5): create-durable-repository-instructions`. Record one assumption corrected during the lab.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1.5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Expected result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43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Specify commands, architecture, conventions, safety rules and definition of done.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Save the final prompt and reviewed diff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Capture verification command and exit status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Record the boundary challenge result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Write one corrected assumption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1.5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Troubleshoot, challenge and reflect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Reproduce and minimise before prompting again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Name two hypotheses; run one discriminating test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Predict a changed boundary, then compare the result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Identify the highest-risk corrected assumption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Commit only after the full verification gate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TOPIC 01 · LAB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Lab 1.6 — Architect and Scaffold a Full-Stack Vertical Slice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45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Plan React, Express, SQLite and shared contracts; scaffold only after reviewing the plan.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Primary target: apps/web + apps/api + packages/shared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Create a runnable monorepo skeleton and a health-check slice with no hidden manual fixes.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Evidence: prompt + reviewed diff + command output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Independent challenge: change one boundary condition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1.6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Reference prompt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GOAL — Plan React, Express, SQLite and shared contracts; scaffold only after reviewing the plan.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CONTEXT — relevant files and last verified checkpoint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CONSTRAINTS — scope, types, accessibility, security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DELIVERABLES — Create a runnable monorepo skeleton and a health-check slice with no hidden manual fixes.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VERIFICATION — exact commands and expected behaviour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1.6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1–4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47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1. Frame — Read the scenario and restate the outcome in one sentence: “Plan React, Express, SQLite and shared contracts; scaffold only after reviewing the plan.” Identify the learner-visible success condition and write it under Goal in `prompts/lab-1.6.md`.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2. Inspect the starting state — Run `git status --short`, inventory the relevant files, and open the current checkpoint. Confirm that the intended change is limited to `apps/web + apps/api + packages/shared`. If unrelated changes exist, record them and do not overwrite them.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3. Plan — Ask the coding agent for a numbered implementation plan. Require named files, data flow, risks, and verification commands. Do not permit edits yet. Compare the proposal with the architecture and remove unnecessary changes.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4. Create the prompt contract — Write Goal, Context, Constraints, Deliverables and Verification sections. Include the requirement: Create a runnable monorepo skeleton and a health-check slice with no hidden manual fixes. Add explicit non-goals so the agent cannot silently expand scope.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1.6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5–7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5. Generate a small increment — Authorise only the first coherent change in `apps/web + apps/api + packages/shared`. Ask the agent to explain each file before editing it. Keep the diff small enough to review in under five minutes.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6. Inspect the diff — Run `git diff -- apps/web` where applicable. Check correctness, naming, accessibility/security, error handling, duplicated logic and unexpected dependencies. Reject code you cannot explain.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7. Verify — Run the lab-specific command plus `npm run lint`, `npm run typecheck` and the narrowest relevant test. Capture the command, exit status and meaningful output in `docs/checkpoints.md`.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1.6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8–10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8. Correct — If verification fails, give the agent the exact error, observed behaviour and relevant file—not a guess. Ask for two hypotheses, choose one test, and apply the smallest evidence-backed correction.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9. Challenge — Change one boundary condition (empty input, network failure, unknown ID, narrow viewport or missing configuration). Predict the behaviour before running it, then add or update a regression test.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10. Commit the checkpoint — Confirm `git diff --check` and a clean secret scan. Commit the verified increment with a precise message such as `feat(lab-1.6): architect-and-scaffold-a-full-stack-vertical-slice`. Record one assumption corrected during the lab.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1.6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Expected result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Create a runnable monorepo skeleton and a health-check slice with no hidden manual fixes.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Save the final prompt and reviewed diff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Capture verification command and exit status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Record the boundary challenge result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Write one corrected assumption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1.6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Troubleshoot, challenge and reflect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Reproduce and minimise before prompting again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Name two hypotheses; run one discriminating test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Predict a changed boundary, then compare the result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Identify the highest-risk corrected assumption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Commit only after the full verification gate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FRONTEND &amp; BACKEND IMPLEMENTATION WITH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Topic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52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1828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0" b="1">
                <a:solidFill>
                  <a:srgbClr val="DCE9FF"/>
                </a:solidFill>
                <a:latin typeface="Arial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31720" y="1874519"/>
            <a:ext cx="8869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61B26"/>
                </a:solidFill>
                <a:latin typeface="Arial"/>
              </a:rPr>
              <a:t>Frontend &amp; Backend Implementation with Agents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3749039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5B6372"/>
                </a:solidFill>
                <a:latin typeface="Arial"/>
              </a:rPr>
              <a:t>11 connected labs · concept → demonstration → practice → transfer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TOPIC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Why this topic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Component and API boundaries: connect knowledge to an engineering decision.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Accessible responsive UI: connect knowledge to an engineering decision.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Typed contracts and validation: connect knowledge to an engineering decision.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Persistence and migrations: connect knowledge to an engineering decision.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Testing as executable context: connect knowledge to an engineering decision.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TOPIC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Concept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54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Component and API boundaries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Accessible responsive UI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Typed contracts and validation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Persistence and migrations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Testing as executable context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TOPIC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Common failure 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55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A polished solution to the wrong problem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Chat-only context that disappears next session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Broad generated diffs that cannot be reviewed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Happy-path tests that miss real boundaries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Automation without ownership or rollback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TOPIC 02 · LAB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Lab 2.1 — Design the TaskFlow UI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56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Translate the product brief into tokens, components, states and responsive wireframes.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Primary target: apps/web/src/styles + docs/ui-system.md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Define accessible colour, spacing, typography and interaction states before component generation.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Evidence: prompt + reviewed diff + command output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Independent challenge: change one boundary condition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2.1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Reference prompt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57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GOAL — Translate the product brief into tokens, components, states and responsive wireframes.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CONTEXT — relevant files and last verified checkpoint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CONSTRAINTS — scope, types, accessibility, security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DELIVERABLES — Define accessible colour, spacing, typography and interaction states before component generation.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VERIFICATION — exact commands and expected behaviour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2.1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1–4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58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1. Frame — Read the scenario and restate the outcome in one sentence: “Translate the product brief into tokens, components, states and responsive wireframes.” Identify the learner-visible success condition and write it under Goal in `prompts/lab-2.1.md`.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2. Inspect the starting state — Run `git status --short`, inventory the relevant files, and open the current checkpoint. Confirm that the intended change is limited to `apps/web/src/styles + docs/ui-system.md`. If unrelated changes exist, record them and do not overwrite them.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3. Plan — Ask the coding agent for a numbered implementation plan. Require named files, data flow, risks, and verification commands. Do not permit edits yet. Compare the proposal with the architecture and remove unnecessary changes.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4. Create the prompt contract — Write Goal, Context, Constraints, Deliverables and Verification sections. Include the requirement: Define accessible colour, spacing, typography and interaction states before component generation. Add explicit non-goals so the agent cannot silently expand scope.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2.1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5–7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5. Generate a small increment — Authorise only the first coherent change in `apps/web/src/styles + docs/ui-system.md`. Ask the agent to explain each file before editing it. Keep the diff small enough to review in under five minutes.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6. Inspect the diff — Run `git diff -- apps/web/src/styles` where applicable. Check correctness, naming, accessibility/security, error handling, duplicated logic and unexpected dependencies. Reject code you cannot explain.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7. Verify — Run the lab-specific command plus `npm run lint`, `npm run typecheck` and the narrowest relevant test. Capture the command, exit status and meaningful output in `docs/checkpoints.md`.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2.1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8–10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8. Correct — If verification fails, give the agent the exact error, observed behaviour and relevant file—not a guess. Ask for two hypotheses, choose one test, and apply the smallest evidence-backed correction.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9. Challenge — Change one boundary condition (empty input, network failure, unknown ID, narrow viewport or missing configuration). Predict the behaviour before running it, then add or update a regression test.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10. Commit the checkpoint — Confirm `git diff --check` and a clean secret scan. Commit the verified increment with a precise message such as `feat(lab-2.1): design-the-taskflow-ui-system`. Record one assumption corrected during the lab.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2.1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Expected result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61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Define accessible colour, spacing, typography and interaction states before component generation.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Save the final prompt and reviewed diff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Capture verification command and exit status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Record the boundary challenge result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Write one corrected assumption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2.1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Troubleshoot, challenge and reflect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62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Reproduce and minimise before prompting again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Name two hypotheses; run one discriminating test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Predict a changed boundary, then compare the result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Identify the highest-risk corrected assumption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Commit only after the full verification gate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TOPIC 02 · LAB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Lab 2.2 — Generate the Application Shell and Navigation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63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Build a semantic responsive shell with skip link, header, navigation and main region.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Primary target: apps/web/src/components/AppShell.tsx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Inspect landmarks, tab order, focus styles and mobile layout.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Evidence: prompt + reviewed diff + command output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Independent challenge: change one boundary condition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2.2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Reference prompt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64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GOAL — Build a semantic responsive shell with skip link, header, navigation and main region.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CONTEXT — relevant files and last verified checkpoint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CONSTRAINTS — scope, types, accessibility, security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DELIVERABLES — Inspect landmarks, tab order, focus styles and mobile layout.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VERIFICATION — exact commands and expected behaviour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2.2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1–4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65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1. Frame — Read the scenario and restate the outcome in one sentence: “Build a semantic responsive shell with skip link, header, navigation and main region.” Identify the learner-visible success condition and write it under Goal in `prompts/lab-2.2.md`.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2. Inspect the starting state — Run `git status --short`, inventory the relevant files, and open the current checkpoint. Confirm that the intended change is limited to `apps/web/src/components/AppShell.tsx`. If unrelated changes exist, record them and do not overwrite them.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3. Plan — Ask the coding agent for a numbered implementation plan. Require named files, data flow, risks, and verification commands. Do not permit edits yet. Compare the proposal with the architecture and remove unnecessary changes.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4. Create the prompt contract — Write Goal, Context, Constraints, Deliverables and Verification sections. Include the requirement: Inspect landmarks, tab order, focus styles and mobile layout. Add explicit non-goals so the agent cannot silently expand scope.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2.2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5–7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66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5. Generate a small increment — Authorise only the first coherent change in `apps/web/src/components/AppShell.tsx`. Ask the agent to explain each file before editing it. Keep the diff small enough to review in under five minutes.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6. Inspect the diff — Run `git diff -- apps/web/src/components/AppShell.tsx` where applicable. Check correctness, naming, accessibility/security, error handling, duplicated logic and unexpected dependencies. Reject code you cannot explain.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7. Verify — Run the lab-specific command plus `npm run lint`, `npm run typecheck` and the narrowest relevant test. Capture the command, exit status and meaningful output in `docs/checkpoints.md`.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2.2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8–10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67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8. Correct — If verification fails, give the agent the exact error, observed behaviour and relevant file—not a guess. Ask for two hypotheses, choose one test, and apply the smallest evidence-backed correction.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9. Challenge — Change one boundary condition (empty input, network failure, unknown ID, narrow viewport or missing configuration). Predict the behaviour before running it, then add or update a regression test.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10. Commit the checkpoint — Confirm `git diff --check` and a clean secret scan. Commit the verified increment with a precise message such as `feat(lab-2.2): generate-the-application-shell-and-navigation`. Record one assumption corrected during the lab.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2.2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Expected result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68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Inspect landmarks, tab order, focus styles and mobile layout.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Save the final prompt and reviewed diff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Capture verification command and exit status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Record the boundary challenge result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Write one corrected assumption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2.2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Troubleshoot, challenge and reflect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69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Reproduce and minimise before prompting again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Name two hypotheses; run one discriminating test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Predict a changed boundary, then compare the result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Identify the highest-risk corrected assumption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Commit only after the full verification gate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TOPIC 02 · LAB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Lab 2.3 — Build Task Cards, Lists and Empty States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70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Create typed presentational components for loading, empty, populated and error states.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Primary target: apps/web/src/components/tasks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Use stable keys, clear status semantics and component-level examples.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Evidence: prompt + reviewed diff + command output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Independent challenge: change one boundary condition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2.3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Reference prompt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71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GOAL — Create typed presentational components for loading, empty, populated and error states.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CONTEXT — relevant files and last verified checkpoint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CONSTRAINTS — scope, types, accessibility, security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DELIVERABLES — Use stable keys, clear status semantics and component-level examples.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VERIFICATION — exact commands and expected behaviour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2.3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1–4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72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1. Frame — Read the scenario and restate the outcome in one sentence: “Create typed presentational components for loading, empty, populated and error states.” Identify the learner-visible success condition and write it under Goal in `prompts/lab-2.3.md`.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2. Inspect the starting state — Run `git status --short`, inventory the relevant files, and open the current checkpoint. Confirm that the intended change is limited to `apps/web/src/components/tasks`. If unrelated changes exist, record them and do not overwrite them.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3. Plan — Ask the coding agent for a numbered implementation plan. Require named files, data flow, risks, and verification commands. Do not permit edits yet. Compare the proposal with the architecture and remove unnecessary changes.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4. Create the prompt contract — Write Goal, Context, Constraints, Deliverables and Verification sections. Include the requirement: Use stable keys, clear status semantics and component-level examples. Add explicit non-goals so the agent cannot silently expand scope.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2.3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5–7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73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5. Generate a small increment — Authorise only the first coherent change in `apps/web/src/components/tasks`. Ask the agent to explain each file before editing it. Keep the diff small enough to review in under five minutes.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6. Inspect the diff — Run `git diff -- apps/web/src/components/tasks` where applicable. Check correctness, naming, accessibility/security, error handling, duplicated logic and unexpected dependencies. Reject code you cannot explain.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7. Verify — Run the lab-specific command plus `npm run lint`, `npm run typecheck` and the narrowest relevant test. Capture the command, exit status and meaningful output in `docs/checkpoints.md`.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2.3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8–10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74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8. Correct — If verification fails, give the agent the exact error, observed behaviour and relevant file—not a guess. Ask for two hypotheses, choose one test, and apply the smallest evidence-backed correction.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9. Challenge — Change one boundary condition (empty input, network failure, unknown ID, narrow viewport or missing configuration). Predict the behaviour before running it, then add or update a regression test.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10. Commit the checkpoint — Confirm `git diff --check` and a clean secret scan. Commit the verified increment with a precise message such as `feat(lab-2.3): build-task-cards-lists-and-empty-states`. Record one assumption corrected during the lab.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2.3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Expected result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75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Use stable keys, clear status semantics and component-level examples.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Save the final prompt and reviewed diff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Capture verification command and exit status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Record the boundary challenge result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Write one corrected assumption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2.3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Troubleshoot, challenge and reflect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76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Reproduce and minimise before prompting again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Name two hypotheses; run one discriminating test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Predict a changed boundary, then compare the result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Identify the highest-risk corrected assumption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Commit only after the full verification gate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TOPIC 02 · LAB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Lab 2.4 — Build a Controlled Task 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77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Implement accessible controlled inputs, client validation and submission feedback.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Primary target: apps/web/src/components/TaskForm.tsx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Handle labels, errors, disabled state, focus recovery and double-submit prevention.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Evidence: prompt + reviewed diff + command output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Independent challenge: change one boundary condition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2.4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Reference prompt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78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GOAL — Implement accessible controlled inputs, client validation and submission feedback.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CONTEXT — relevant files and last verified checkpoint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CONSTRAINTS — scope, types, accessibility, security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DELIVERABLES — Handle labels, errors, disabled state, focus recovery and double-submit prevention.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VERIFICATION — exact commands and expected behaviour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2.4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1–4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1. Frame — Read the scenario and restate the outcome in one sentence: “Implement accessible controlled inputs, client validation and submission feedback.” Identify the learner-visible success condition and write it under Goal in `prompts/lab-2.4.md`.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2. Inspect the starting state — Run `git status --short`, inventory the relevant files, and open the current checkpoint. Confirm that the intended change is limited to `apps/web/src/components/TaskForm.tsx`. If unrelated changes exist, record them and do not overwrite them.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3. Plan — Ask the coding agent for a numbered implementation plan. Require named files, data flow, risks, and verification commands. Do not permit edits yet. Compare the proposal with the architecture and remove unnecessary changes.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4. Create the prompt contract — Write Goal, Context, Constraints, Deliverables and Verification sections. Include the requirement: Handle labels, errors, disabled state, focus recovery and double-submit prevention. Add explicit non-goals so the agent cannot silently expand scope.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2.4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5–7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5. Generate a small increment — Authorise only the first coherent change in `apps/web/src/components/TaskForm.tsx`. Ask the agent to explain each file before editing it. Keep the diff small enough to review in under five minutes.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6. Inspect the diff — Run `git diff -- apps/web/src/components/TaskForm.tsx` where applicable. Check correctness, naming, accessibility/security, error handling, duplicated logic and unexpected dependencies. Reject code you cannot explain.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7. Verify — Run the lab-specific command plus `npm run lint`, `npm run typecheck` and the narrowest relevant test. Capture the command, exit status and meaningful output in `docs/checkpoints.md`.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2.4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8–10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81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8. Correct — If verification fails, give the agent the exact error, observed behaviour and relevant file—not a guess. Ask for two hypotheses, choose one test, and apply the smallest evidence-backed correction.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9. Challenge — Change one boundary condition (empty input, network failure, unknown ID, narrow viewport or missing configuration). Predict the behaviour before running it, then add or update a regression test.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10. Commit the checkpoint — Confirm `git diff --check` and a clean secret scan. Commit the verified increment with a precise message such as `feat(lab-2.4): build-a-controlled-task-form`. Record one assumption corrected during the lab.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2.4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Expected result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82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Handle labels, errors, disabled state, focus recovery and double-submit prevention.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Save the final prompt and reviewed diff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Capture verification command and exit status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Record the boundary challenge result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Write one corrected assumption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2.4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Troubleshoot, challenge and reflect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Reproduce and minimise before prompting again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Name two hypotheses; run one discriminating test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Predict a changed boundary, then compare the result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Identify the highest-risk corrected assumption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Commit only after the full verification gate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TOPIC 02 · LAB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Lab 2.5 — Model Shared TypeScript Contracts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84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Define Task, CreateTaskInput, TaskStatus and API result types once for both layers.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Primary target: packages/shared/src/task.ts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Remove duplicated shapes and verify client/server compilation against shared contracts.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Evidence: prompt + reviewed diff + command output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Independent challenge: change one boundary condition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2.5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Reference prompt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GOAL — Define Task, CreateTaskInput, TaskStatus and API result types once for both layers.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CONTEXT — relevant files and last verified checkpoint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CONSTRAINTS — scope, types, accessibility, security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DELIVERABLES — Remove duplicated shapes and verify client/server compilation against shared contracts.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VERIFICATION — exact commands and expected behaviour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2.5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1–4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86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1. Frame — Read the scenario and restate the outcome in one sentence: “Define Task, CreateTaskInput, TaskStatus and API result types once for both layers.” Identify the learner-visible success condition and write it under Goal in `prompts/lab-2.5.md`.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2. Inspect the starting state — Run `git status --short`, inventory the relevant files, and open the current checkpoint. Confirm that the intended change is limited to `packages/shared/src/task.ts`. If unrelated changes exist, record them and do not overwrite them.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3. Plan — Ask the coding agent for a numbered implementation plan. Require named files, data flow, risks, and verification commands. Do not permit edits yet. Compare the proposal with the architecture and remove unnecessary changes.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4. Create the prompt contract — Write Goal, Context, Constraints, Deliverables and Verification sections. Include the requirement: Remove duplicated shapes and verify client/server compilation against shared contracts. Add explicit non-goals so the agent cannot silently expand scope.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2.5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5–7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87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5. Generate a small increment — Authorise only the first coherent change in `packages/shared/src/task.ts`. Ask the agent to explain each file before editing it. Keep the diff small enough to review in under five minutes.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6. Inspect the diff — Run `git diff -- packages/shared/src/task.ts` where applicable. Check correctness, naming, accessibility/security, error handling, duplicated logic and unexpected dependencies. Reject code you cannot explain.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7. Verify — Run the lab-specific command plus `npm run lint`, `npm run typecheck` and the narrowest relevant test. Capture the command, exit status and meaningful output in `docs/checkpoints.md`.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2.5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8–10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8. Correct — If verification fails, give the agent the exact error, observed behaviour and relevant file—not a guess. Ask for two hypotheses, choose one test, and apply the smallest evidence-backed correction.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9. Challenge — Change one boundary condition (empty input, network failure, unknown ID, narrow viewport or missing configuration). Predict the behaviour before running it, then add or update a regression test.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10. Commit the checkpoint — Confirm `git diff --check` and a clean secret scan. Commit the verified increment with a precise message such as `feat(lab-2.5): model-shared-typescript-contracts`. Record one assumption corrected during the lab.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2.5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Expected result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89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Remove duplicated shapes and verify client/server compilation against shared contracts.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Save the final prompt and reviewed diff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Capture verification command and exit status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Record the boundary challenge result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Write one corrected assumption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2.5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Troubleshoot, challenge and reflect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90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Reproduce and minimise before prompting again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Name two hypotheses; run one discriminating test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Predict a changed boundary, then compare the result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Identify the highest-risk corrected assumption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Commit only after the full verification gate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TOPIC 02 · LAB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Lab 2.6 — Create the Express API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91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Generate app, routes, controllers, services and middleware with explicit boundaries.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Primary target: apps/api/src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Implement health and task routes without placing business logic in route handlers.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Evidence: prompt + reviewed diff + command output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Independent challenge: change one boundary condition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2.6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Reference prompt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92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GOAL — Generate app, routes, controllers, services and middleware with explicit boundaries.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CONTEXT — relevant files and last verified checkpoint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CONSTRAINTS — scope, types, accessibility, security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DELIVERABLES — Implement health and task routes without placing business logic in route handlers.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VERIFICATION — exact commands and expected behaviour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2.6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1–4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93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1. Frame — Read the scenario and restate the outcome in one sentence: “Generate app, routes, controllers, services and middleware with explicit boundaries.” Identify the learner-visible success condition and write it under Goal in `prompts/lab-2.6.md`.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2. Inspect the starting state — Run `git status --short`, inventory the relevant files, and open the current checkpoint. Confirm that the intended change is limited to `apps/api/src`. If unrelated changes exist, record them and do not overwrite them.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3. Plan — Ask the coding agent for a numbered implementation plan. Require named files, data flow, risks, and verification commands. Do not permit edits yet. Compare the proposal with the architecture and remove unnecessary changes.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4. Create the prompt contract — Write Goal, Context, Constraints, Deliverables and Verification sections. Include the requirement: Implement health and task routes without placing business logic in route handlers. Add explicit non-goals so the agent cannot silently expand scope.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2.6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5–7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94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5. Generate a small increment — Authorise only the first coherent change in `apps/api/src`. Ask the agent to explain each file before editing it. Keep the diff small enough to review in under five minutes.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6. Inspect the diff — Run `git diff -- apps/api/src` where applicable. Check correctness, naming, accessibility/security, error handling, duplicated logic and unexpected dependencies. Reject code you cannot explain.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7. Verify — Run the lab-specific command plus `npm run lint`, `npm run typecheck` and the narrowest relevant test. Capture the command, exit status and meaningful output in `docs/checkpoints.md`.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2.6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8–10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8. Correct — If verification fails, give the agent the exact error, observed behaviour and relevant file—not a guess. Ask for two hypotheses, choose one test, and apply the smallest evidence-backed correction.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9. Challenge — Change one boundary condition (empty input, network failure, unknown ID, narrow viewport or missing configuration). Predict the behaviour before running it, then add or update a regression test.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10. Commit the checkpoint — Confirm `git diff --check` and a clean secret scan. Commit the verified increment with a precise message such as `feat(lab-2.6): create-the-express-api-structure`. Record one assumption corrected during the lab.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2.6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Expected result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96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Implement health and task routes without placing business logic in route handlers.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Save the final prompt and reviewed diff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Capture verification command and exit status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Record the boundary challenge result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Write one corrected assumption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2.6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Troubleshoot, challenge and reflect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97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Reproduce and minimise before prompting again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Name two hypotheses; run one discriminating test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Predict a changed boundary, then compare the result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Identify the highest-risk corrected assumption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Commit only after the full verification gate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TOPIC 02 · LAB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Lab 2.7 — Add Runtime Validation and Safe Errors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98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Validate untrusted requests and return consistent errors without leaking internals.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Primary target: apps/api/src/middleware + schemas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Test malformed JSON, blank titles, invalid status and unknown records.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Evidence: prompt + reviewed diff + command output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Independent challenge: change one boundary condition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2.7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Reference prompt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99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GOAL — Validate untrusted requests and return consistent errors without leaking internals.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CONTEXT — relevant files and last verified checkpoint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CONSTRAINTS — scope, types, accessibility, security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DELIVERABLES — Test malformed JSON, blank titles, invalid status and unknown records.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VERIFICATION — exact commands and expected behaviour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2.7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1–4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1. Frame — Read the scenario and restate the outcome in one sentence: “Validate untrusted requests and return consistent errors without leaking internals.” Identify the learner-visible success condition and write it under Goal in `prompts/lab-2.7.md`.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2. Inspect the starting state — Run `git status --short`, inventory the relevant files, and open the current checkpoint. Confirm that the intended change is limited to `apps/api/src/middleware + schemas`. If unrelated changes exist, record them and do not overwrite them.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3. Plan — Ask the coding agent for a numbered implementation plan. Require named files, data flow, risks, and verification commands. Do not permit edits yet. Compare the proposal with the architecture and remove unnecessary changes.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4. Create the prompt contract — Write Goal, Context, Constraints, Deliverables and Verification sections. Include the requirement: Test malformed JSON, blank titles, invalid status and unknown records. Add explicit non-goals so the agent cannot silently expand scope.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2.7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5–7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5. Generate a small increment — Authorise only the first coherent change in `apps/api/src/middleware + schemas`. Ask the agent to explain each file before editing it. Keep the diff small enough to review in under five minutes.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6. Inspect the diff — Run `git diff -- apps/api/src/middleware` where applicable. Check correctness, naming, accessibility/security, error handling, duplicated logic and unexpected dependencies. Reject code you cannot explain.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7. Verify — Run the lab-specific command plus `npm run lint`, `npm run typecheck` and the narrowest relevant test. Capture the command, exit status and meaningful output in `docs/checkpoints.md`.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2.7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8–10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8. Correct — If verification fails, give the agent the exact error, observed behaviour and relevant file—not a guess. Ask for two hypotheses, choose one test, and apply the smallest evidence-backed correction.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9. Challenge — Change one boundary condition (empty input, network failure, unknown ID, narrow viewport or missing configuration). Predict the behaviour before running it, then add or update a regression test.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10. Commit the checkpoint — Confirm `git diff --check` and a clean secret scan. Commit the verified increment with a precise message such as `feat(lab-2.7): add-runtime-validation-and-safe-errors`. Record one assumption corrected during the lab.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2.7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Expected result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Test malformed JSON, blank titles, invalid status and unknown records.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Save the final prompt and reviewed diff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Capture verification command and exit status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Record the boundary challenge result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Write one corrected assumption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2.7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Troubleshoot, challenge and reflect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Reproduce and minimise before prompting again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Name two hypotheses; run one discriminating test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Predict a changed boundary, then compare the result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Identify the highest-risk corrected assumption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Commit only after the full verification gate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TOPIC 02 · LAB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Lab 2.8 — Add SQLite Migrations and Repository Logic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Create schema, migration, seed and repository functions with parameterised queries.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Primary target: apps/api/src/db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Prove clean migration, deterministic seed, CRUD persistence and SQL-injection resistance.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Evidence: prompt + reviewed diff + command output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Independent challenge: change one boundary condition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2.8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Reference prompt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GOAL — Create schema, migration, seed and repository functions with parameterised queries.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CONTEXT — relevant files and last verified checkpoint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CONSTRAINTS — scope, types, accessibility, security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DELIVERABLES — Prove clean migration, deterministic seed, CRUD persistence and SQL-injection resistance.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VERIFICATION — exact commands and expected behaviour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2.8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1–4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1. Frame — Read the scenario and restate the outcome in one sentence: “Create schema, migration, seed and repository functions with parameterised queries.” Identify the learner-visible success condition and write it under Goal in `prompts/lab-2.8.md`.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2. Inspect the starting state — Run `git status --short`, inventory the relevant files, and open the current checkpoint. Confirm that the intended change is limited to `apps/api/src/db`. If unrelated changes exist, record them and do not overwrite them.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3. Plan — Ask the coding agent for a numbered implementation plan. Require named files, data flow, risks, and verification commands. Do not permit edits yet. Compare the proposal with the architecture and remove unnecessary changes.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4. Create the prompt contract — Write Goal, Context, Constraints, Deliverables and Verification sections. Include the requirement: Prove clean migration, deterministic seed, CRUD persistence and SQL-injection resistance. Add explicit non-goals so the agent cannot silently expand scope.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2.8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5–7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5. Generate a small increment — Authorise only the first coherent change in `apps/api/src/db`. Ask the agent to explain each file before editing it. Keep the diff small enough to review in under five minutes.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6. Inspect the diff — Run `git diff -- apps/api/src/db` where applicable. Check correctness, naming, accessibility/security, error handling, duplicated logic and unexpected dependencies. Reject code you cannot explain.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7. Verify — Run the lab-specific command plus `npm run lint`, `npm run typecheck` and the narrowest relevant test. Capture the command, exit status and meaningful output in `docs/checkpoints.md`.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2.8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8–10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8. Correct — If verification fails, give the agent the exact error, observed behaviour and relevant file—not a guess. Ask for two hypotheses, choose one test, and apply the smallest evidence-backed correction.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9. Challenge — Change one boundary condition (empty input, network failure, unknown ID, narrow viewport or missing configuration). Predict the behaviour before running it, then add or update a regression test.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10. Commit the checkpoint — Confirm `git diff --check` and a clean secret scan. Commit the verified increment with a precise message such as `feat(lab-2.8): add-sqlite-migrations-and-repository-logic`. Record one assumption corrected during the lab.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2.8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Expected result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Prove clean migration, deterministic seed, CRUD persistence and SQL-injection resistance.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Save the final prompt and reviewed diff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Capture verification command and exit status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Record the boundary challenge result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Write one corrected assumption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2.8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Troubleshoot, challenge and reflect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Reproduce and minimise before prompting again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Name two hypotheses; run one discriminating test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Predict a changed boundary, then compare the result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Identify the highest-risk corrected assumption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Commit only after the full verification gate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TOPIC 02 · LAB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Lab 2.9 — Connect the React Client to the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Replace fixtures with a typed API client and resilient loading/error behaviour.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Primary target: apps/web/src/lib/apiClient.ts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Exercise create, read and update across the browser, API and database.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Evidence: prompt + reviewed diff + command output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Independent challenge: change one boundary condition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2.9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Reference prompt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GOAL — Replace fixtures with a typed API client and resilient loading/error behaviour.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CONTEXT — relevant files and last verified checkpoint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CONSTRAINTS — scope, types, accessibility, security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DELIVERABLES — Exercise create, read and update across the browser, API and database.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VERIFICATION — exact commands and expected behaviour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2.9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1–4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1. Frame — Read the scenario and restate the outcome in one sentence: “Replace fixtures with a typed API client and resilient loading/error behaviour.” Identify the learner-visible success condition and write it under Goal in `prompts/lab-2.9.md`.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2. Inspect the starting state — Run `git status --short`, inventory the relevant files, and open the current checkpoint. Confirm that the intended change is limited to `apps/web/src/lib/apiClient.ts`. If unrelated changes exist, record them and do not overwrite them.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3. Plan — Ask the coding agent for a numbered implementation plan. Require named files, data flow, risks, and verification commands. Do not permit edits yet. Compare the proposal with the architecture and remove unnecessary changes.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4. Create the prompt contract — Write Goal, Context, Constraints, Deliverables and Verification sections. Include the requirement: Exercise create, read and update across the browser, API and database. Add explicit non-goals so the agent cannot silently expand scope.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2.9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5–7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5. Generate a small increment — Authorise only the first coherent change in `apps/web/src/lib/apiClient.ts`. Ask the agent to explain each file before editing it. Keep the diff small enough to review in under five minutes.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6. Inspect the diff — Run `git diff -- apps/web/src/lib/apiClient.ts` where applicable. Check correctness, naming, accessibility/security, error handling, duplicated logic and unexpected dependencies. Reject code you cannot explain.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7. Verify — Run the lab-specific command plus `npm run lint`, `npm run typecheck` and the narrowest relevant test. Capture the command, exit status and meaningful output in `docs/checkpoints.md`.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2.9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8–10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8. Correct — If verification fails, give the agent the exact error, observed behaviour and relevant file—not a guess. Ask for two hypotheses, choose one test, and apply the smallest evidence-backed correction.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9. Challenge — Change one boundary condition (empty input, network failure, unknown ID, narrow viewport or missing configuration). Predict the behaviour before running it, then add or update a regression test.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10. Commit the checkpoint — Confirm `git diff --check` and a clean secret scan. Commit the verified increment with a precise message such as `feat(lab-2.9): connect-the-react-client-to-the-api`. Record one assumption corrected during the lab.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2.9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Expected result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Exercise create, read and update across the browser, API and database.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Save the final prompt and reviewed diff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Capture verification command and exit status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Record the boundary challenge result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Write one corrected assumption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2.9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Troubleshoot, challenge and reflect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Reproduce and minimise before prompting again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Name two hypotheses; run one discriminating test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Predict a changed boundary, then compare the result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Identify the highest-risk corrected assumption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Commit only after the full verification gate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TOPIC 02 · LAB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Lab 2.10 — Generate Unit and Integration Tests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Use tests as executable context for components, services and HTTP endpoints.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Primary target: apps/web/src/**/*.test.tsx + apps/api/test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Cover happy paths, boundaries and failures; ensure tests are isolated and deterministic.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Evidence: prompt + reviewed diff + command output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Independent challenge: change one boundary condition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2.10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Reference prompt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GOAL — Use tests as executable context for components, services and HTTP endpoints.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CONTEXT — relevant files and last verified checkpoint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CONSTRAINTS — scope, types, accessibility, security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DELIVERABLES — Cover happy paths, boundaries and failures; ensure tests are isolated and deterministic.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VERIFICATION — exact commands and expected behaviour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2.10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1–4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1. Frame — Read the scenario and restate the outcome in one sentence: “Use tests as executable context for components, services and HTTP endpoints.” Identify the learner-visible success condition and write it under Goal in `prompts/lab-2.10.md`.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2. Inspect the starting state — Run `git status --short`, inventory the relevant files, and open the current checkpoint. Confirm that the intended change is limited to `apps/web/src/**/*.test.tsx + apps/api/test`. If unrelated changes exist, record them and do not overwrite them.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3. Plan — Ask the coding agent for a numbered implementation plan. Require named files, data flow, risks, and verification commands. Do not permit edits yet. Compare the proposal with the architecture and remove unnecessary changes.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4. Create the prompt contract — Write Goal, Context, Constraints, Deliverables and Verification sections. Include the requirement: Cover happy paths, boundaries and failures; ensure tests are isolated and deterministic. Add explicit non-goals so the agent cannot silently expand scope.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2.10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5–7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5. Generate a small increment — Authorise only the first coherent change in `apps/web/src/**/*.test.tsx + apps/api/test`. Ask the agent to explain each file before editing it. Keep the diff small enough to review in under five minutes.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6. Inspect the diff — Run `git diff -- apps/web/src/**/*.test.tsx` where applicable. Check correctness, naming, accessibility/security, error handling, duplicated logic and unexpected dependencies. Reject code you cannot explain.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7. Verify — Run the lab-specific command plus `npm run lint`, `npm run typecheck` and the narrowest relevant test. Capture the command, exit status and meaningful output in `docs/checkpoints.md`.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2.10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8–10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8. Correct — If verification fails, give the agent the exact error, observed behaviour and relevant file—not a guess. Ask for two hypotheses, choose one test, and apply the smallest evidence-backed correction.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9. Challenge — Change one boundary condition (empty input, network failure, unknown ID, narrow viewport or missing configuration). Predict the behaviour before running it, then add or update a regression test.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10. Commit the checkpoint — Confirm `git diff --check` and a clean secret scan. Commit the verified increment with a precise message such as `feat(lab-2.10): generate-unit-and-integration-tests`. Record one assumption corrected during the lab.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2.10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Expected result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Cover happy paths, boundaries and failures; ensure tests are isolated and deterministic.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Save the final prompt and reviewed diff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Capture verification command and exit status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Record the boundary challenge result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Write one corrected assumption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2.10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Troubleshoot, challenge and reflect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Reproduce and minimise before prompting again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Name two hypotheses; run one discriminating test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Predict a changed boundary, then compare the result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Identify the highest-risk corrected assumption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Commit only after the full verification gate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TOPIC 02 · LAB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Lab 2.11 — Debug an Agent-Generated Cross-Layer Defect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Trace a status mismatch from UI symptom through network, validation and persistence.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Primary target: docs/debug-report.md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Form hypotheses, collect evidence, make the smallest fix and add a regression test.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Evidence: prompt + reviewed diff + command output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Independent challenge: change one boundary condition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2.11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Reference prompt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GOAL — Trace a status mismatch from UI symptom through network, validation and persistence.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CONTEXT — relevant files and last verified checkpoint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CONSTRAINTS — scope, types, accessibility, security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DELIVERABLES — Form hypotheses, collect evidence, make the smallest fix and add a regression test.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VERIFICATION — exact commands and expected behaviour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2.11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1–4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1. Frame — Read the scenario and restate the outcome in one sentence: “Trace a status mismatch from UI symptom through network, validation and persistence.” Identify the learner-visible success condition and write it under Goal in `prompts/lab-2.11.md`.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2. Inspect the starting state — Run `git status --short`, inventory the relevant files, and open the current checkpoint. Confirm that the intended change is limited to `docs/debug-report.md`. If unrelated changes exist, record them and do not overwrite them.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3. Plan — Ask the coding agent for a numbered implementation plan. Require named files, data flow, risks, and verification commands. Do not permit edits yet. Compare the proposal with the architecture and remove unnecessary changes.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4. Create the prompt contract — Write Goal, Context, Constraints, Deliverables and Verification sections. Include the requirement: Form hypotheses, collect evidence, make the smallest fix and add a regression test. Add explicit non-goals so the agent cannot silently expand scope.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2.11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5–7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5. Generate a small increment — Authorise only the first coherent change in `docs/debug-report.md`. Ask the agent to explain each file before editing it. Keep the diff small enough to review in under five minutes.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6. Inspect the diff — Run `git diff -- docs/debug-report.md` where applicable. Check correctness, naming, accessibility/security, error handling, duplicated logic and unexpected dependencies. Reject code you cannot explain.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7. Verify — Run the lab-specific command plus `npm run lint`, `npm run typecheck` and the narrowest relevant test. Capture the command, exit status and meaningful output in `docs/checkpoints.md`.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2.11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8–10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8. Correct — If verification fails, give the agent the exact error, observed behaviour and relevant file—not a guess. Ask for two hypotheses, choose one test, and apply the smallest evidence-backed correction.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9. Challenge — Change one boundary condition (empty input, network failure, unknown ID, narrow viewport or missing configuration). Predict the behaviour before running it, then add or update a regression test.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10. Commit the checkpoint — Confirm `git diff --check` and a clean secret scan. Commit the verified increment with a precise message such as `feat(lab-2.11): debug-an-agent-generated-cross-layer-defect`. Record one assumption corrected during the lab.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2.11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Expected result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Form hypotheses, collect evidence, make the smallest fix and add a regression test.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Save the final prompt and reviewed diff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Capture verification command and exit status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Record the boundary challenge result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Write one corrected assumption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2.11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Troubleshoot, challenge and reflect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Reproduce and minimise before prompting again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Name two hypotheses; run one discriminating test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Predict a changed boundary, then compare the result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Identify the highest-risk corrected assumption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Commit only after the full verification gate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DEPLOYMENT TO THE CLOUD &amp; CI/CD PIPELINES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Topic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1828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0" b="1">
                <a:solidFill>
                  <a:srgbClr val="DCE9FF"/>
                </a:solidFill>
                <a:latin typeface="Arial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31720" y="1874519"/>
            <a:ext cx="8869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61B26"/>
                </a:solidFill>
                <a:latin typeface="Arial"/>
              </a:rPr>
              <a:t>Deployment to the Cloud &amp; CI/CD Pipelines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3749039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5B6372"/>
                </a:solidFill>
                <a:latin typeface="Arial"/>
              </a:rPr>
              <a:t>7 connected labs · concept → demonstration → practice → transfer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TOPIC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Why this topic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Production configuration: connect knowledge to an engineering decision.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Repeatable builds: connect knowledge to an engineering decision.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Containers and health checks: connect knowledge to an engineering decision.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CI quality gates: connect knowledge to an engineering decision.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Preview and production deployment: connect knowledge to an engineering decision.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TOPIC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Concept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135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Production configuration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Repeatable builds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Containers and health checks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CI quality gates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Preview and production deployment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TOPIC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Common failure 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A polished solution to the wrong problem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Chat-only context that disappears next session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Broad generated diffs that cannot be reviewed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Happy-path tests that miss real boundaries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Automation without ownership or rollback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TOPIC 03 · LAB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Lab 3.1 — Harden Configuration and Secret Handling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137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Validate environment variables, create safe examples and prevent secret exposure.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Primary target: .env.example + apps/api/src/config.ts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Fail fast with helpful messages while keeping credentials out of prompts, logs and Git.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Evidence: prompt + reviewed diff + command output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Independent challenge: change one boundary condition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3.1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Reference prompt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138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GOAL — Validate environment variables, create safe examples and prevent secret exposure.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CONTEXT — relevant files and last verified checkpoint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CONSTRAINTS — scope, types, accessibility, security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DELIVERABLES — Fail fast with helpful messages while keeping credentials out of prompts, logs and Git.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VERIFICATION — exact commands and expected behaviour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3.1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1–4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1. Frame — Read the scenario and restate the outcome in one sentence: “Validate environment variables, create safe examples and prevent secret exposure.” Identify the learner-visible success condition and write it under Goal in `prompts/lab-3.1.md`.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2. Inspect the starting state — Run `git status --short`, inventory the relevant files, and open the current checkpoint. Confirm that the intended change is limited to `.env.example + apps/api/src/config.ts`. If unrelated changes exist, record them and do not overwrite them.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3. Plan — Ask the coding agent for a numbered implementation plan. Require named files, data flow, risks, and verification commands. Do not permit edits yet. Compare the proposal with the architecture and remove unnecessary changes.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4. Create the prompt contract — Write Goal, Context, Constraints, Deliverables and Verification sections. Include the requirement: Fail fast with helpful messages while keeping credentials out of prompts, logs and Git. Add explicit non-goals so the agent cannot silently expand scope.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3.1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5–7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5. Generate a small increment — Authorise only the first coherent change in `.env.example + apps/api/src/config.ts`. Ask the agent to explain each file before editing it. Keep the diff small enough to review in under five minutes.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6. Inspect the diff — Run `git diff -- .env.example` where applicable. Check correctness, naming, accessibility/security, error handling, duplicated logic and unexpected dependencies. Reject code you cannot explain.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7. Verify — Run the lab-specific command plus `npm run lint`, `npm run typecheck` and the narrowest relevant test. Capture the command, exit status and meaningful output in `docs/checkpoints.md`.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3.1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8–10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141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8. Correct — If verification fails, give the agent the exact error, observed behaviour and relevant file—not a guess. Ask for two hypotheses, choose one test, and apply the smallest evidence-backed correction.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9. Challenge — Change one boundary condition (empty input, network failure, unknown ID, narrow viewport or missing configuration). Predict the behaviour before running it, then add or update a regression test.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10. Commit the checkpoint — Confirm `git diff --check` and a clean secret scan. Commit the verified increment with a precise message such as `feat(lab-3.1): harden-configuration-and-secret-handling`. Record one assumption corrected during the lab.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3.1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Expected result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Fail fast with helpful messages while keeping credentials out of prompts, logs and Git.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Save the final prompt and reviewed diff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Capture verification command and exit status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Record the boundary challenge result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Write one corrected assumption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3.1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Troubleshoot, challenge and reflect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143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Reproduce and minimise before prompting again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Name two hypotheses; run one discriminating test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Predict a changed boundary, then compare the result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Identify the highest-risk corrected assumption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Commit only after the full verification gate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TOPIC 03 · LAB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Lab 3.2 — Create and Test Production Builds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Build client and server from a clean checkout and run a production smoke test.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Primary target: dist outputs + docs/production-runbook.md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Document exact commands, artifacts, runtime assumptions and recovery steps.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Evidence: prompt + reviewed diff + command output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Independent challenge: change one boundary condition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3.2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Reference prompt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145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GOAL — Build client and server from a clean checkout and run a production smoke test.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CONTEXT — relevant files and last verified checkpoint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CONSTRAINTS — scope, types, accessibility, security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DELIVERABLES — Document exact commands, artifacts, runtime assumptions and recovery steps.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VERIFICATION — exact commands and expected behaviour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3.2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1–4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1. Frame — Read the scenario and restate the outcome in one sentence: “Build client and server from a clean checkout and run a production smoke test.” Identify the learner-visible success condition and write it under Goal in `prompts/lab-3.2.md`.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2. Inspect the starting state — Run `git status --short`, inventory the relevant files, and open the current checkpoint. Confirm that the intended change is limited to `dist outputs + docs/production-runbook.md`. If unrelated changes exist, record them and do not overwrite them.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3. Plan — Ask the coding agent for a numbered implementation plan. Require named files, data flow, risks, and verification commands. Do not permit edits yet. Compare the proposal with the architecture and remove unnecessary changes.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4. Create the prompt contract — Write Goal, Context, Constraints, Deliverables and Verification sections. Include the requirement: Document exact commands, artifacts, runtime assumptions and recovery steps. Add explicit non-goals so the agent cannot silently expand scope.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3.2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5–7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147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5. Generate a small increment — Authorise only the first coherent change in `dist outputs + docs/production-runbook.md`. Ask the agent to explain each file before editing it. Keep the diff small enough to review in under five minutes.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6. Inspect the diff — Run `git diff -- dist outputs` where applicable. Check correctness, naming, accessibility/security, error handling, duplicated logic and unexpected dependencies. Reject code you cannot explain.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7. Verify — Run the lab-specific command plus `npm run lint`, `npm run typecheck` and the narrowest relevant test. Capture the command, exit status and meaningful output in `docs/checkpoints.md`.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3.2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8–10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8. Correct — If verification fails, give the agent the exact error, observed behaviour and relevant file—not a guess. Ask for two hypotheses, choose one test, and apply the smallest evidence-backed correction.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9. Challenge — Change one boundary condition (empty input, network failure, unknown ID, narrow viewport or missing configuration). Predict the behaviour before running it, then add or update a regression test.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10. Commit the checkpoint — Confirm `git diff --check` and a clean secret scan. Commit the verified increment with a precise message such as `feat(lab-3.2): create-and-test-production-builds`. Record one assumption corrected during the lab.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3.2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Expected result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Document exact commands, artifacts, runtime assumptions and recovery steps.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Save the final prompt and reviewed diff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Capture verification command and exit status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Record the boundary challenge result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Write one corrected assumption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3.2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Troubleshoot, challenge and reflect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Reproduce and minimise before prompting again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Name two hypotheses; run one discriminating test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Predict a changed boundary, then compare the result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Identify the highest-risk corrected assumption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Commit only after the full verification gate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TOPIC 03 · LAB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Lab 3.3 — Containerise the Full-Stack Application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Generate a multi-stage Dockerfile, health check and minimal runtime image.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Primary target: Dockerfile + .dockerignore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Build, run, inspect, stop and rebuild without copying secrets or development clutter.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Evidence: prompt + reviewed diff + command output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Independent challenge: change one boundary condition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3.3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Reference prompt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152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GOAL — Generate a multi-stage Dockerfile, health check and minimal runtime image.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CONTEXT — relevant files and last verified checkpoint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CONSTRAINTS — scope, types, accessibility, security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DELIVERABLES — Build, run, inspect, stop and rebuild without copying secrets or development clutter.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VERIFICATION — exact commands and expected behaviour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3.3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1–4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1. Frame — Read the scenario and restate the outcome in one sentence: “Generate a multi-stage Dockerfile, health check and minimal runtime image.” Identify the learner-visible success condition and write it under Goal in `prompts/lab-3.3.md`.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2. Inspect the starting state — Run `git status --short`, inventory the relevant files, and open the current checkpoint. Confirm that the intended change is limited to `Dockerfile + .dockerignore`. If unrelated changes exist, record them and do not overwrite them.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3. Plan — Ask the coding agent for a numbered implementation plan. Require named files, data flow, risks, and verification commands. Do not permit edits yet. Compare the proposal with the architecture and remove unnecessary changes.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4. Create the prompt contract — Write Goal, Context, Constraints, Deliverables and Verification sections. Include the requirement: Build, run, inspect, stop and rebuild without copying secrets or development clutter. Add explicit non-goals so the agent cannot silently expand scope.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3.3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5–7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154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5. Generate a small increment — Authorise only the first coherent change in `Dockerfile + .dockerignore`. Ask the agent to explain each file before editing it. Keep the diff small enough to review in under five minutes.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6. Inspect the diff — Run `git diff -- Dockerfile` where applicable. Check correctness, naming, accessibility/security, error handling, duplicated logic and unexpected dependencies. Reject code you cannot explain.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7. Verify — Run the lab-specific command plus `npm run lint`, `npm run typecheck` and the narrowest relevant test. Capture the command, exit status and meaningful output in `docs/checkpoints.md`.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3.3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8–10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155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8. Correct — If verification fails, give the agent the exact error, observed behaviour and relevant file—not a guess. Ask for two hypotheses, choose one test, and apply the smallest evidence-backed correction.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9. Challenge — Change one boundary condition (empty input, network failure, unknown ID, narrow viewport or missing configuration). Predict the behaviour before running it, then add or update a regression test.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10. Commit the checkpoint — Confirm `git diff --check` and a clean secret scan. Commit the verified increment with a precise message such as `feat(lab-3.3): containerise-the-full-stack-application`. Record one assumption corrected during the lab.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3.3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Expected result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156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Build, run, inspect, stop and rebuild without copying secrets or development clutter.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Save the final prompt and reviewed diff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Capture verification command and exit status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Record the boundary challenge result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Write one corrected assumption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3.3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Troubleshoot, challenge and reflect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157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Reproduce and minimise before prompting again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Name two hypotheses; run one discriminating test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Predict a changed boundary, then compare the result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Identify the highest-risk corrected assumption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Commit only after the full verification gate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TOPIC 03 · LAB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Lab 3.4 — Build a GitHub Actions CI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158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Create least-privilege lint, typecheck, test and build gates with caching.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Primary target: .github/workflows/ci.yml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Validate YAML, observe a passing run and preserve readable failure evidence.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Evidence: prompt + reviewed diff + command output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Independent challenge: change one boundary condition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3.4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Reference prompt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GOAL — Create least-privilege lint, typecheck, test and build gates with caching.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CONTEXT — relevant files and last verified checkpoint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CONSTRAINTS — scope, types, accessibility, security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DELIVERABLES — Validate YAML, observe a passing run and preserve readable failure evidence.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VERIFICATION — exact commands and expected behaviour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3.4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1–4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1. Frame — Read the scenario and restate the outcome in one sentence: “Create least-privilege lint, typecheck, test and build gates with caching.” Identify the learner-visible success condition and write it under Goal in `prompts/lab-3.4.md`.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2. Inspect the starting state — Run `git status --short`, inventory the relevant files, and open the current checkpoint. Confirm that the intended change is limited to `.github/workflows/ci.yml`. If unrelated changes exist, record them and do not overwrite them.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3. Plan — Ask the coding agent for a numbered implementation plan. Require named files, data flow, risks, and verification commands. Do not permit edits yet. Compare the proposal with the architecture and remove unnecessary changes.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4. Create the prompt contract — Write Goal, Context, Constraints, Deliverables and Verification sections. Include the requirement: Validate YAML, observe a passing run and preserve readable failure evidence. Add explicit non-goals so the agent cannot silently expand scope.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3.4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5–7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161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5. Generate a small increment — Authorise only the first coherent change in `.github/workflows/ci.yml`. Ask the agent to explain each file before editing it. Keep the diff small enough to review in under five minutes.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6. Inspect the diff — Run `git diff -- .github/workflows/ci.yml` where applicable. Check correctness, naming, accessibility/security, error handling, duplicated logic and unexpected dependencies. Reject code you cannot explain.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7. Verify — Run the lab-specific command plus `npm run lint`, `npm run typecheck` and the narrowest relevant test. Capture the command, exit status and meaningful output in `docs/checkpoints.md`.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3.4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8–10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162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8. Correct — If verification fails, give the agent the exact error, observed behaviour and relevant file—not a guess. Ask for two hypotheses, choose one test, and apply the smallest evidence-backed correction.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9. Challenge — Change one boundary condition (empty input, network failure, unknown ID, narrow viewport or missing configuration). Predict the behaviour before running it, then add or update a regression test.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10. Commit the checkpoint — Confirm `git diff --check` and a clean secret scan. Commit the verified increment with a precise message such as `feat(lab-3.4): build-a-github-actions-ci-pipeline`. Record one assumption corrected during the lab.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3.4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Expected result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163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Validate YAML, observe a passing run and preserve readable failure evidence.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Save the final prompt and reviewed diff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Capture verification command and exit status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Record the boundary challenge result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Write one corrected assumption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3.4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Troubleshoot, challenge and reflect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164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Reproduce and minimise before prompting again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Name two hypotheses; run one discriminating test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Predict a changed boundary, then compare the result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Identify the highest-risk corrected assumption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Commit only after the full verification gate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TOPIC 03 · LAB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Lab 3.5 — Prove the Release Gate with Failure Injection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165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Introduce controlled lint, type and test failures and confirm CI blocks each one.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Primary target: docs/ci-failure-lab.md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Distinguish product defects from pipeline defects and revert cleanly after evidence.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Evidence: prompt + reviewed diff + command output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Independent challenge: change one boundary condition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3.5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Reference prompt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166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GOAL — Introduce controlled lint, type and test failures and confirm CI blocks each one.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CONTEXT — relevant files and last verified checkpoint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CONSTRAINTS — scope, types, accessibility, security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DELIVERABLES — Distinguish product defects from pipeline defects and revert cleanly after evidence.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VERIFICATION — exact commands and expected behaviour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3.5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1–4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167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1. Frame — Read the scenario and restate the outcome in one sentence: “Introduce controlled lint, type and test failures and confirm CI blocks each one.” Identify the learner-visible success condition and write it under Goal in `prompts/lab-3.5.md`.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2. Inspect the starting state — Run `git status --short`, inventory the relevant files, and open the current checkpoint. Confirm that the intended change is limited to `docs/ci-failure-lab.md`. If unrelated changes exist, record them and do not overwrite them.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3. Plan — Ask the coding agent for a numbered implementation plan. Require named files, data flow, risks, and verification commands. Do not permit edits yet. Compare the proposal with the architecture and remove unnecessary changes.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4. Create the prompt contract — Write Goal, Context, Constraints, Deliverables and Verification sections. Include the requirement: Distinguish product defects from pipeline defects and revert cleanly after evidence. Add explicit non-goals so the agent cannot silently expand scope.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3.5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5–7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168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5. Generate a small increment — Authorise only the first coherent change in `docs/ci-failure-lab.md`. Ask the agent to explain each file before editing it. Keep the diff small enough to review in under five minutes.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6. Inspect the diff — Run `git diff -- docs/ci-failure-lab.md` where applicable. Check correctness, naming, accessibility/security, error handling, duplicated logic and unexpected dependencies. Reject code you cannot explain.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7. Verify — Run the lab-specific command plus `npm run lint`, `npm run typecheck` and the narrowest relevant test. Capture the command, exit status and meaningful output in `docs/checkpoints.md`.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3.5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8–10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169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8. Correct — If verification fails, give the agent the exact error, observed behaviour and relevant file—not a guess. Ask for two hypotheses, choose one test, and apply the smallest evidence-backed correction.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9. Challenge — Change one boundary condition (empty input, network failure, unknown ID, narrow viewport or missing configuration). Predict the behaviour before running it, then add or update a regression test.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10. Commit the checkpoint — Confirm `git diff --check` and a clean secret scan. Commit the verified increment with a precise message such as `feat(lab-3.5): prove-the-release-gate-with-failure-injection`. Record one assumption corrected during the lab.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3.5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Expected result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170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Distinguish product defects from pipeline defects and revert cleanly after evidence.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Save the final prompt and reviewed diff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Capture verification command and exit status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Record the boundary challenge result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Write one corrected assumption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3.5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Troubleshoot, challenge and reflect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171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Reproduce and minimise before prompting again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Name two hypotheses; run one discriminating test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Predict a changed boundary, then compare the result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Identify the highest-risk corrected assumption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Commit only after the full verification gate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TOPIC 03 · LAB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Lab 3.6 — Deploy a Preview and Production Release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172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Configure a cloud target, environment variables, migrations and gated deployment.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Primary target: deployment config + release URL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Verify health, UI/API connectivity, persistence and environment isolation.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Evidence: prompt + reviewed diff + command output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Independent challenge: change one boundary condition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3.6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Reference prompt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173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GOAL — Configure a cloud target, environment variables, migrations and gated deployment.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CONTEXT — relevant files and last verified checkpoint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CONSTRAINTS — scope, types, accessibility, security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DELIVERABLES — Verify health, UI/API connectivity, persistence and environment isolation.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VERIFICATION — exact commands and expected behaviour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3.6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1–4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174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1. Frame — Read the scenario and restate the outcome in one sentence: “Configure a cloud target, environment variables, migrations and gated deployment.” Identify the learner-visible success condition and write it under Goal in `prompts/lab-3.6.md`.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2. Inspect the starting state — Run `git status --short`, inventory the relevant files, and open the current checkpoint. Confirm that the intended change is limited to `deployment config + release URL`. If unrelated changes exist, record them and do not overwrite them.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3. Plan — Ask the coding agent for a numbered implementation plan. Require named files, data flow, risks, and verification commands. Do not permit edits yet. Compare the proposal with the architecture and remove unnecessary changes.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4. Create the prompt contract — Write Goal, Context, Constraints, Deliverables and Verification sections. Include the requirement: Verify health, UI/API connectivity, persistence and environment isolation. Add explicit non-goals so the agent cannot silently expand scope.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3.6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5–7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175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5. Generate a small increment — Authorise only the first coherent change in `deployment config + release URL`. Ask the agent to explain each file before editing it. Keep the diff small enough to review in under five minutes.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6. Inspect the diff — Run `git diff -- deployment config` where applicable. Check correctness, naming, accessibility/security, error handling, duplicated logic and unexpected dependencies. Reject code you cannot explain.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7. Verify — Run the lab-specific command plus `npm run lint`, `npm run typecheck` and the narrowest relevant test. Capture the command, exit status and meaningful output in `docs/checkpoints.md`.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3.6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8–10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176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8. Correct — If verification fails, give the agent the exact error, observed behaviour and relevant file—not a guess. Ask for two hypotheses, choose one test, and apply the smallest evidence-backed correction.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9. Challenge — Change one boundary condition (empty input, network failure, unknown ID, narrow viewport or missing configuration). Predict the behaviour before running it, then add or update a regression test.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10. Commit the checkpoint — Confirm `git diff --check` and a clean secret scan. Commit the verified increment with a precise message such as `feat(lab-3.6): deploy-a-preview-and-production-release`. Record one assumption corrected during the lab.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3.6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Expected result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177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Verify health, UI/API connectivity, persistence and environment isolation.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Save the final prompt and reviewed diff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Capture verification command and exit status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Record the boundary challenge result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Write one corrected assumption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3.6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Troubleshoot, challenge and reflect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178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Reproduce and minimise before prompting again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Name two hypotheses; run one discriminating test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Predict a changed boundary, then compare the result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Identify the highest-risk corrected assumption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Commit only after the full verification gate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TOPIC 03 · LAB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Lab 3.7 — Add Observability, Release Notes and Rollback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Add structured logs, correlation IDs, health endpoints and a rollback runbook.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Primary target: docs/releases + docs/rollback.md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Detect a simulated failure, identify the release, and execute a reversible rollback decision.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Evidence: prompt + reviewed diff + command output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Independent challenge: change one boundary condition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3.7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Reference prompt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GOAL — Add structured logs, correlation IDs, health endpoints and a rollback runbook.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CONTEXT — relevant files and last verified checkpoint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CONSTRAINTS — scope, types, accessibility, security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DELIVERABLES — Detect a simulated failure, identify the release, and execute a reversible rollback decision.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VERIFICATION — exact commands and expected behaviour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3.7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1–4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181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1. Frame — Read the scenario and restate the outcome in one sentence: “Add structured logs, correlation IDs, health endpoints and a rollback runbook.” Identify the learner-visible success condition and write it under Goal in `prompts/lab-3.7.md`.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2. Inspect the starting state — Run `git status --short`, inventory the relevant files, and open the current checkpoint. Confirm that the intended change is limited to `docs/releases + docs/rollback.md`. If unrelated changes exist, record them and do not overwrite them.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3. Plan — Ask the coding agent for a numbered implementation plan. Require named files, data flow, risks, and verification commands. Do not permit edits yet. Compare the proposal with the architecture and remove unnecessary changes.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4. Create the prompt contract — Write Goal, Context, Constraints, Deliverables and Verification sections. Include the requirement: Detect a simulated failure, identify the release, and execute a reversible rollback decision. Add explicit non-goals so the agent cannot silently expand scope.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3.7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5–7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182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5. Generate a small increment — Authorise only the first coherent change in `docs/releases + docs/rollback.md`. Ask the agent to explain each file before editing it. Keep the diff small enough to review in under five minutes.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6. Inspect the diff — Run `git diff -- docs/releases` where applicable. Check correctness, naming, accessibility/security, error handling, duplicated logic and unexpected dependencies. Reject code you cannot explain.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7. Verify — Run the lab-specific command plus `npm run lint`, `npm run typecheck` and the narrowest relevant test. Capture the command, exit status and meaningful output in `docs/checkpoints.md`.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3.7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8–10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8. Correct — If verification fails, give the agent the exact error, observed behaviour and relevant file—not a guess. Ask for two hypotheses, choose one test, and apply the smallest evidence-backed correction.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9. Challenge — Change one boundary condition (empty input, network failure, unknown ID, narrow viewport or missing configuration). Predict the behaviour before running it, then add or update a regression test.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10. Commit the checkpoint — Confirm `git diff --check` and a clean secret scan. Commit the verified increment with a precise message such as `feat(lab-3.7): add-observability-release-notes-and-rollback`. Record one assumption corrected during the lab.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3.7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Expected result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184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Detect a simulated failure, identify the release, and execute a reversible rollback decision.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Save the final prompt and reviewed diff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Capture verification command and exit status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Record the boundary challenge result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Write one corrected assumption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3.7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Troubleshoot, challenge and reflect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Reproduce and minimise before prompting again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Name two hypotheses; run one discriminating test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Predict a changed boundary, then compare the result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Identify the highest-risk corrected assumption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Commit only after the full verification gate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AGENT SKILLS, SUBAGENTS &amp; MCP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Topic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186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1828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0" b="1">
                <a:solidFill>
                  <a:srgbClr val="DCE9FF"/>
                </a:solidFill>
                <a:latin typeface="Arial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31720" y="1874519"/>
            <a:ext cx="8869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61B26"/>
                </a:solidFill>
                <a:latin typeface="Arial"/>
              </a:rPr>
              <a:t>Agent Skills, Subagents &amp; MCP Implementation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3749039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5B6372"/>
                </a:solidFill>
                <a:latin typeface="Arial"/>
              </a:rPr>
              <a:t>6 connected labs · concept → demonstration → practice → transfer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TOPIC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Why this topic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187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Reusable skills and trigger design: connect knowledge to an engineering decision.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Commands and lifecycle hooks: connect knowledge to an engineering decision.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Bounded subagent delegation: connect knowledge to an engineering decision.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Model Context Protocol tools: connect knowledge to an engineering decision.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Security boundaries: connect knowledge to an engineering decision.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TOPIC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Concept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Reusable skills and trigger design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Commands and lifecycle hooks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Bounded subagent delegation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Model Context Protocol tools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Security boundaries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TOPIC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Common failure 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189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A polished solution to the wrong problem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Chat-only context that disappears next session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Broad generated diffs that cannot be reviewed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Happy-path tests that miss real boundaries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Automation without ownership or rollback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TOPIC 04 · LAB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Lab 4.1 — Create a Non-WSQ Route-Generator Skill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190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Package a repeatable typed-route workflow with concise triggers and validation.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Primary target: .codex/skills/non-wsq-route-generator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Create, validate and invoke the skill on one new endpoint.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Evidence: prompt + reviewed diff + command output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Independent challenge: change one boundary condition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4.1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Reference prompt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191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GOAL — Package a repeatable typed-route workflow with concise triggers and validation.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CONTEXT — relevant files and last verified checkpoint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CONSTRAINTS — scope, types, accessibility, security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DELIVERABLES — Create, validate and invoke the skill on one new endpoint.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VERIFICATION — exact commands and expected behaviour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4.1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1–4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192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1. Frame — Read the scenario and restate the outcome in one sentence: “Package a repeatable typed-route workflow with concise triggers and validation.” Identify the learner-visible success condition and write it under Goal in `prompts/lab-4.1.md`.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2. Inspect the starting state — Run `git status --short`, inventory the relevant files, and open the current checkpoint. Confirm that the intended change is limited to `.codex/skills/non-wsq-route-generator`. If unrelated changes exist, record them and do not overwrite them.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3. Plan — Ask the coding agent for a numbered implementation plan. Require named files, data flow, risks, and verification commands. Do not permit edits yet. Compare the proposal with the architecture and remove unnecessary changes.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4. Create the prompt contract — Write Goal, Context, Constraints, Deliverables and Verification sections. Include the requirement: Create, validate and invoke the skill on one new endpoint. Add explicit non-goals so the agent cannot silently expand scope.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4.1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5–7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193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5. Generate a small increment — Authorise only the first coherent change in `.codex/skills/non-wsq-route-generator`. Ask the agent to explain each file before editing it. Keep the diff small enough to review in under five minutes.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6. Inspect the diff — Run `git diff -- .codex/skills/non-wsq-route-generator` where applicable. Check correctness, naming, accessibility/security, error handling, duplicated logic and unexpected dependencies. Reject code you cannot explain.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7. Verify — Run the lab-specific command plus `npm run lint`, `npm run typecheck` and the narrowest relevant test. Capture the command, exit status and meaningful output in `docs/checkpoints.md`.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4.1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8–10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194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8. Correct — If verification fails, give the agent the exact error, observed behaviour and relevant file—not a guess. Ask for two hypotheses, choose one test, and apply the smallest evidence-backed correction.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9. Challenge — Change one boundary condition (empty input, network failure, unknown ID, narrow viewport or missing configuration). Predict the behaviour before running it, then add or update a regression test.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10. Commit the checkpoint — Confirm `git diff --check` and a clean secret scan. Commit the verified increment with a precise message such as `feat(lab-4.1): create-a-non-wsq-route-generator-skill`. Record one assumption corrected during the lab.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4.1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Expected result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Create, validate and invoke the skill on one new endpoint.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Save the final prompt and reviewed diff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Capture verification command and exit status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Record the boundary challenge result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Write one corrected assumption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4.1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Troubleshoot, challenge and reflect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196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Reproduce and minimise before prompting again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Name two hypotheses; run one discriminating test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Predict a changed boundary, then compare the result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Identify the highest-risk corrected assumption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Commit only after the full verification gate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TOPIC 04 · LAB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Lab 4.2 — Create Commands and Quality 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197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Add project commands plus pre/post hooks that enforce scope and verification.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Primary target: .claude/commands + .claude/hooks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Reject prohibited programme content and incomplete lab artifacts without touching WSQ tooling.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Evidence: prompt + reviewed diff + command output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Independent challenge: change one boundary condition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4.2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Reference prompt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198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GOAL — Add project commands plus pre/post hooks that enforce scope and verification.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CONTEXT — relevant files and last verified checkpoint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CONSTRAINTS — scope, types, accessibility, security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DELIVERABLES — Reject prohibited programme content and incomplete lab artifacts without touching WSQ tooling.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VERIFICATION — exact commands and expected behaviour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4.2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1–4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199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1. Frame — Read the scenario and restate the outcome in one sentence: “Add project commands plus pre/post hooks that enforce scope and verification.” Identify the learner-visible success condition and write it under Goal in `prompts/lab-4.2.md`.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2. Inspect the starting state — Run `git status --short`, inventory the relevant files, and open the current checkpoint. Confirm that the intended change is limited to `.claude/commands + .claude/hooks`. If unrelated changes exist, record them and do not overwrite them.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3. Plan — Ask the coding agent for a numbered implementation plan. Require named files, data flow, risks, and verification commands. Do not permit edits yet. Compare the proposal with the architecture and remove unnecessary changes.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4. Create the prompt contract — Write Goal, Context, Constraints, Deliverables and Verification sections. Include the requirement: Reject prohibited programme content and incomplete lab artifacts without touching WSQ tooling. Add explicit non-goals so the agent cannot silently expand scope.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4.2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5–7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5. Generate a small increment — Authorise only the first coherent change in `.claude/commands + .claude/hooks`. Ask the agent to explain each file before editing it. Keep the diff small enough to review in under five minutes.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6. Inspect the diff — Run `git diff -- .claude/commands` where applicable. Check correctness, naming, accessibility/security, error handling, duplicated logic and unexpected dependencies. Reject code you cannot explain.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7. Verify — Run the lab-specific command plus `npm run lint`, `npm run typecheck` and the narrowest relevant test. Capture the command, exit status and meaningful output in `docs/checkpoints.md`.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4.2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8–10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8. Correct — If verification fails, give the agent the exact error, observed behaviour and relevant file—not a guess. Ask for two hypotheses, choose one test, and apply the smallest evidence-backed correction.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9. Challenge — Change one boundary condition (empty input, network failure, unknown ID, narrow viewport or missing configuration). Predict the behaviour before running it, then add or update a regression test.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10. Commit the checkpoint — Confirm `git diff --check` and a clean secret scan. Commit the verified increment with a precise message such as `feat(lab-4.2): create-commands-and-quality-hooks`. Record one assumption corrected during the lab.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4.2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Expected result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Reject prohibited programme content and incomplete lab artifacts without touching WSQ tooling.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Save the final prompt and reviewed diff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Capture verification command and exit status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Record the boundary challenge result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Write one corrected assumption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4.2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Troubleshoot, challenge and reflect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Reproduce and minimise before prompting again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Name two hypotheses; run one discriminating test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Predict a changed boundary, then compare the result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Identify the highest-risk corrected assumption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Commit only after the full verification gate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TOPIC 04 · LAB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Lab 4.3 — Design Bounded Review and Test Subagents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Define frontend-review, API-test and security-review roles with explicit outputs.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Primary target: .claude/agents/non-wsq-*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Delegate independent tasks, compare findings and keep integration decisions central.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Evidence: prompt + reviewed diff + command output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Independent challenge: change one boundary condition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4.3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Reference prompt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GOAL — Define frontend-review, API-test and security-review roles with explicit outputs.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CONTEXT — relevant files and last verified checkpoint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CONSTRAINTS — scope, types, accessibility, security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DELIVERABLES — Delegate independent tasks, compare findings and keep integration decisions central.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VERIFICATION — exact commands and expected behaviour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4.3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1–4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1. Frame — Read the scenario and restate the outcome in one sentence: “Define frontend-review, API-test and security-review roles with explicit outputs.” Identify the learner-visible success condition and write it under Goal in `prompts/lab-4.3.md`.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2. Inspect the starting state — Run `git status --short`, inventory the relevant files, and open the current checkpoint. Confirm that the intended change is limited to `.claude/agents/non-wsq-*`. If unrelated changes exist, record them and do not overwrite them.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3. Plan — Ask the coding agent for a numbered implementation plan. Require named files, data flow, risks, and verification commands. Do not permit edits yet. Compare the proposal with the architecture and remove unnecessary changes.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4. Create the prompt contract — Write Goal, Context, Constraints, Deliverables and Verification sections. Include the requirement: Delegate independent tasks, compare findings and keep integration decisions central. Add explicit non-goals so the agent cannot silently expand scope.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4.3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5–7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5. Generate a small increment — Authorise only the first coherent change in `.claude/agents/non-wsq-*`. Ask the agent to explain each file before editing it. Keep the diff small enough to review in under five minutes.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6. Inspect the diff — Run `git diff -- .claude/agents/non-wsq-*` where applicable. Check correctness, naming, accessibility/security, error handling, duplicated logic and unexpected dependencies. Reject code you cannot explain.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7. Verify — Run the lab-specific command plus `npm run lint`, `npm run typecheck` and the narrowest relevant test. Capture the command, exit status and meaningful output in `docs/checkpoints.md`.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4.3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8–10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8. Correct — If verification fails, give the agent the exact error, observed behaviour and relevant file—not a guess. Ask for two hypotheses, choose one test, and apply the smallest evidence-backed correction.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9. Challenge — Change one boundary condition (empty input, network failure, unknown ID, narrow viewport or missing configuration). Predict the behaviour before running it, then add or update a regression test.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10. Commit the checkpoint — Confirm `git diff --check` and a clean secret scan. Commit the verified increment with a precise message such as `feat(lab-4.3): design-bounded-review-and-test-subagents`. Record one assumption corrected during the lab.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4.3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Expected result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Delegate independent tasks, compare findings and keep integration decisions central.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Save the final prompt and reviewed diff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Capture verification command and exit status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Record the boundary challenge result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Write one corrected assumption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4.3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Troubleshoot, challenge and reflect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Reproduce and minimise before prompting again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Name two hypotheses; run one discriminating test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Predict a changed boundary, then compare the result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Identify the highest-risk corrected assumption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Commit only after the full verification gate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TOPIC 04 · LAB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Lab 4.4 — Build a Local MCP Project-Status Server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Expose typed read-only tools for Git status, test summaries and release readiness.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Primary target: tools/project-status-mcp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Implement stdio transport, schemas, structured errors and path containment.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Evidence: prompt + reviewed diff + command output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Independent challenge: change one boundary condition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4.4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Reference prompt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GOAL — Expose typed read-only tools for Git status, test summaries and release readiness.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CONTEXT — relevant files and last verified checkpoint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CONSTRAINTS — scope, types, accessibility, security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DELIVERABLES — Implement stdio transport, schemas, structured errors and path containment.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VERIFICATION — exact commands and expected behaviour</a:t>
            </a:r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4.4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1–4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1. Frame — Read the scenario and restate the outcome in one sentence: “Expose typed read-only tools for Git status, test summaries and release readiness.” Identify the learner-visible success condition and write it under Goal in `prompts/lab-4.4.md`.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2. Inspect the starting state — Run `git status --short`, inventory the relevant files, and open the current checkpoint. Confirm that the intended change is limited to `tools/project-status-mcp`. If unrelated changes exist, record them and do not overwrite them.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3. Plan — Ask the coding agent for a numbered implementation plan. Require named files, data flow, risks, and verification commands. Do not permit edits yet. Compare the proposal with the architecture and remove unnecessary changes.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4. Create the prompt contract — Write Goal, Context, Constraints, Deliverables and Verification sections. Include the requirement: Implement stdio transport, schemas, structured errors and path containment. Add explicit non-goals so the agent cannot silently expand scope.</a:t>
            </a:r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4.4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5–7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5. Generate a small increment — Authorise only the first coherent change in `tools/project-status-mcp`. Ask the agent to explain each file before editing it. Keep the diff small enough to review in under five minutes.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6. Inspect the diff — Run `git diff -- tools/project-status-mcp` where applicable. Check correctness, naming, accessibility/security, error handling, duplicated logic and unexpected dependencies. Reject code you cannot explain.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7. Verify — Run the lab-specific command plus `npm run lint`, `npm run typecheck` and the narrowest relevant test. Capture the command, exit status and meaningful output in `docs/checkpoints.md`.</a:t>
            </a:r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4.4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8–10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8. Correct — If verification fails, give the agent the exact error, observed behaviour and relevant file—not a guess. Ask for two hypotheses, choose one test, and apply the smallest evidence-backed correction.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9. Challenge — Change one boundary condition (empty input, network failure, unknown ID, narrow viewport or missing configuration). Predict the behaviour before running it, then add or update a regression test.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10. Commit the checkpoint — Confirm `git diff --check` and a clean secret scan. Commit the verified increment with a precise message such as `feat(lab-4.4): build-a-local-mcp-project-status-server`. Record one assumption corrected during the lab.</a:t>
            </a:r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4.4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Expected result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Implement stdio transport, schemas, structured errors and path containment.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Save the final prompt and reviewed diff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Capture verification command and exit status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Record the boundary challenge result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Write one corrected assumption</a:t>
            </a:r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4.4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Troubleshoot, challenge and reflect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Reproduce and minimise before prompting again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Name two hypotheses; run one discriminating test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Predict a changed boundary, then compare the result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Identify the highest-risk corrected assumption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Commit only after the full verification gate</a:t>
            </a:r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TOPIC 04 · LAB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Lab 4.5 — Test MCP Tools and Security Boundaries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Exercise valid, invalid and adversarial inputs without allowing arbitrary execution.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Primary target: tools/project-status-mcp/test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Prove schema validation, project-root containment, output limits and safe error messages.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Evidence: prompt + reviewed diff + command output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Independent challenge: change one boundary condition</a:t>
            </a:r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4.5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Reference prompt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GOAL — Exercise valid, invalid and adversarial inputs without allowing arbitrary execution.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CONTEXT — relevant files and last verified checkpoint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CONSTRAINTS — scope, types, accessibility, security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DELIVERABLES — Prove schema validation, project-root containment, output limits and safe error messages.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VERIFICATION — exact commands and expected behaviour</a:t>
            </a:r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4.5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1–4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1. Frame — Read the scenario and restate the outcome in one sentence: “Exercise valid, invalid and adversarial inputs without allowing arbitrary execution.” Identify the learner-visible success condition and write it under Goal in `prompts/lab-4.5.md`.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2. Inspect the starting state — Run `git status --short`, inventory the relevant files, and open the current checkpoint. Confirm that the intended change is limited to `tools/project-status-mcp/test`. If unrelated changes exist, record them and do not overwrite them.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3. Plan — Ask the coding agent for a numbered implementation plan. Require named files, data flow, risks, and verification commands. Do not permit edits yet. Compare the proposal with the architecture and remove unnecessary changes.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4. Create the prompt contract — Write Goal, Context, Constraints, Deliverables and Verification sections. Include the requirement: Prove schema validation, project-root containment, output limits and safe error messages. Add explicit non-goals so the agent cannot silently expand scope.</a:t>
            </a:r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4.5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5–7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5. Generate a small increment — Authorise only the first coherent change in `tools/project-status-mcp/test`. Ask the agent to explain each file before editing it. Keep the diff small enough to review in under five minutes.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6. Inspect the diff — Run `git diff -- tools/project-status-mcp/test` where applicable. Check correctness, naming, accessibility/security, error handling, duplicated logic and unexpected dependencies. Reject code you cannot explain.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7. Verify — Run the lab-specific command plus `npm run lint`, `npm run typecheck` and the narrowest relevant test. Capture the command, exit status and meaningful output in `docs/checkpoints.md`.</a:t>
            </a:r>
          </a:p>
        </p:txBody>
      </p:sp>
    </p:spTree>
  </p:cSld>
  <p:clrMapOvr>
    <a:masterClrMapping/>
  </p:clrMapOvr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4.5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8–10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8. Correct — If verification fails, give the agent the exact error, observed behaviour and relevant file—not a guess. Ask for two hypotheses, choose one test, and apply the smallest evidence-backed correction.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9. Challenge — Change one boundary condition (empty input, network failure, unknown ID, narrow viewport or missing configuration). Predict the behaviour before running it, then add or update a regression test.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10. Commit the checkpoint — Confirm `git diff --check` and a clean secret scan. Commit the verified increment with a precise message such as `feat(lab-4.5): test-mcp-tools-and-security-boundaries`. Record one assumption corrected during the lab.</a:t>
            </a:r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4.5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Expected result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Prove schema validation, project-root containment, output limits and safe error messages.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Save the final prompt and reviewed diff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Capture verification command and exit status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Record the boundary challenge result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Write one corrected assumption</a:t>
            </a:r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4.5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Troubleshoot, challenge and reflect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Reproduce and minimise before prompting again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Name two hypotheses; run one discriminating test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Predict a changed boundary, then compare the result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Identify the highest-risk corrected assumption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Commit only after the full verification gate</a:t>
            </a:r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TOPIC 04 · LAB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Lab 4.6 — Orchestrate the TaskFlow Capstone Release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Coordinate specialised reviews through the agentic loop and ship a verified release.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Primary target: docs/capstone-release.md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Reconcile findings, run all gates, demonstrate TaskFlow and publish evidence-backed release notes.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Evidence: prompt + reviewed diff + command output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Independent challenge: change one boundary condition</a:t>
            </a:r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4.6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Reference prompt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GOAL — Coordinate specialised reviews through the agentic loop and ship a verified release.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CONTEXT — relevant files and last verified checkpoint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CONSTRAINTS — scope, types, accessibility, security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DELIVERABLES — Reconcile findings, run all gates, demonstrate TaskFlow and publish evidence-backed release notes.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VERIFICATION — exact commands and expected behaviour</a:t>
            </a:r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4.6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1–4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1. Frame — Read the scenario and restate the outcome in one sentence: “Coordinate specialised reviews through the agentic loop and ship a verified release.” Identify the learner-visible success condition and write it under Goal in `prompts/lab-4.6.md`.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2. Inspect the starting state — Run `git status --short`, inventory the relevant files, and open the current checkpoint. Confirm that the intended change is limited to `docs/capstone-release.md`. If unrelated changes exist, record them and do not overwrite them.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3. Plan — Ask the coding agent for a numbered implementation plan. Require named files, data flow, risks, and verification commands. Do not permit edits yet. Compare the proposal with the architecture and remove unnecessary changes.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4. Create the prompt contract — Write Goal, Context, Constraints, Deliverables and Verification sections. Include the requirement: Reconcile findings, run all gates, demonstrate TaskFlow and publish evidence-backed release notes. Add explicit non-goals so the agent cannot silently expand scope.</a:t>
            </a:r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4.6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5–7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5. Generate a small increment — Authorise only the first coherent change in `docs/capstone-release.md`. Ask the agent to explain each file before editing it. Keep the diff small enough to review in under five minutes.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6. Inspect the diff — Run `git diff -- docs/capstone-release.md` where applicable. Check correctness, naming, accessibility/security, error handling, duplicated logic and unexpected dependencies. Reject code you cannot explain.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7. Verify — Run the lab-specific command plus `npm run lint`, `npm run typecheck` and the narrowest relevant test. Capture the command, exit status and meaningful output in `docs/checkpoints.md`.</a:t>
            </a:r>
          </a:p>
        </p:txBody>
      </p:sp>
    </p:spTree>
  </p:cSld>
  <p:clrMapOvr>
    <a:masterClrMapping/>
  </p:clrMapOvr>
</p:sld>
</file>

<file path=ppt/slides/slide2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4.6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Procedure · Steps 8–10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8. Correct — If verification fails, give the agent the exact error, observed behaviour and relevant file—not a guess. Ask for two hypotheses, choose one test, and apply the smallest evidence-backed correction.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9. Challenge — Change one boundary condition (empty input, network failure, unknown ID, narrow viewport or missing configuration). Predict the behaviour before running it, then add or update a regression test.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10. Commit the checkpoint — Confirm `git diff --check` and a clean secret scan. Commit the verified increment with a precise message such as `feat(lab-4.6): orchestrate-the-taskflow-capstone-release`. Record one assumption corrected during the lab.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4.6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Expected result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Reconcile findings, run all gates, demonstrate TaskFlow and publish evidence-backed release notes.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Save the final prompt and reviewed diff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Capture verification command and exit status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Record the boundary challenge result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Write one corrected assumption</a:t>
            </a:r>
          </a:p>
        </p:txBody>
      </p:sp>
    </p:spTree>
  </p:cSld>
  <p:clrMapOvr>
    <a:masterClrMapping/>
  </p:clrMapOvr>
</p:sld>
</file>

<file path=ppt/slides/slide2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LAB 4.6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Troubleshoot, challenge and reflect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Reproduce and minimise before prompting again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Name two hypotheses; run one discriminating test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Predict a changed boundary, then compare the result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Identify the highest-risk corrected assumption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Commit only after the full verification gate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COURSE CLOSE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Capstone release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All 24 lab checkpoints are traceable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Lint, typecheck, unit, integration and build gates pass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MCP tools remain typed, read-only and project-contained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No secrets or prohibited programme content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Release note includes limitations and rollback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COURSE CLOSE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1B26"/>
                </a:solidFill>
                <a:latin typeface="Arial"/>
              </a:rPr>
              <a:t>Your repeatable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698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AI Vibe Coding for Full Stack Web Development · C1800   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Frame intent so success is observable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Plan before code and keep diffs reviewable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Inspect with human judgement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Verify with independent evidence</a:t>
            </a:r>
          </a:p>
          <a:p>
            <a:pPr>
              <a:spcAft>
                <a:spcPts val="1200"/>
              </a:spcAft>
              <a:defRPr sz="1900">
                <a:solidFill>
                  <a:srgbClr val="5B6372"/>
                </a:solidFill>
                <a:latin typeface="Arial"/>
              </a:defRPr>
            </a:pPr>
            <a:r>
              <a:t>• Correct deliberately and commit reversibly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